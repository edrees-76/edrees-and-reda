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917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افتتاح العرض: CAL-QR منصة لإدارة دورة المعايرة وإصدار شهادة رقمية قابلة للتحقق. الصورة توضيحية مولدة وليست صورة لمعمل فعلي. المصدر الفني: مشروع CAL-QR المرفق.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تُعرض هنا المشكلة الإدارية: متابعة الاستحقاق، ربط السجلات، والتحقق من الوثيقة بعد خروجها من الوحدة. لا تعتمد الشريحة على العرض السابق، بل على وظائف المشروع وسياق التشغيل.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المصدر: نماذج البيانات والمستودعات في مشروع CAL-QR. تربط المنظومة الجهات والأجهزة ودورات المعايرة والشهادات وسجل العمليات داخل قاعدة بيانات محلية.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المصدر: CalibrationRecord وCertificate وDevice في الكود المرفق. تفصل المنظومة بين تاريخ الجهاز وبين كل دورة معايرة مستقلة، ثم تربط الشهادة بالسجل الذي صدرت عنه.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المصدر: CertificateDraftBuilder وCertificateSignatureService وتصميم calibration_certificate_final_v3.png. تحتفظ الشهادة بنسخة مستقلة من بيانات الإصدار.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الصورة توضيحية مولدة ولا تمثل عملية ميدانية فعلية. المصدر الفني: CertificateSignatureService وواجهات التحقق في مشروع CAL-QR.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المصدر: CertificateSignatureService وHmacService وAuditLogRepository. طبقات الثقة المقترحة للشرح التنفيذي: هوية، سلامة محتوى، حالة، وأثر تاريخي.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المصدر: DashboardViewModel وتقارير المشروع ونظام التنبيهات. تعرض المنظومة الحالات التشغيلية وتساعد على ترتيب الأولويات قبل انتهاء المعايرة.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الخاتمة: تقترح المنظومة مساراً واحداً من السجل الفني إلى التحقق. الخطوة العملية الأنسب هي تجربة تشغيلية محددة النطاق مع استكمال متطلبات حوكمة المفتاح والنسخ الاحتياطية.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صورة 1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مستطيل 1">
            <a:extLst>
              <a:ext uri="{FF2B5EF4-FFF2-40B4-BE49-F238E27FC236}">
                <a16:creationId xmlns:a16="http://schemas.microsoft.com/office/drawing/2014/main" id="{4119986A-DB6B-4AC5-842D-560BC5CD48F1}"/>
              </a:ext>
            </a:extLst>
          </p:cNvPr>
          <p:cNvSpPr>
            <a:spLocks noGrp="1"/>
          </p:cNvSpPr>
          <p:nvPr/>
        </p:nvSpPr>
        <p:spPr>
          <a:xfrm>
            <a:off x="0" y="-10048"/>
            <a:ext cx="6858000" cy="6858000"/>
          </a:xfrm>
          <a:prstGeom prst="rect">
            <a:avLst/>
          </a:prstGeom>
          <a:gradFill>
            <a:gsLst>
              <a:gs pos="0">
                <a:srgbClr val="03101F">
                  <a:alpha val="100000"/>
                </a:srgbClr>
              </a:gs>
              <a:gs pos="72000">
                <a:srgbClr val="071D36">
                  <a:alpha val="92000"/>
                </a:srgbClr>
              </a:gs>
              <a:gs pos="100000">
                <a:srgbClr val="071D36">
                  <a:alpha val="10000"/>
                </a:srgbClr>
              </a:gs>
            </a:gsLst>
            <a:lin ang="0"/>
          </a:gradFill>
          <a:ln w="0">
            <a:noFill/>
          </a:ln>
        </p:spPr>
      </p:sp>
      <p:sp>
        <p:nvSpPr>
          <p:cNvPr id="4" name="رابط مستقيم 3">
            <a:extLst>
              <a:ext uri="{FF2B5EF4-FFF2-40B4-BE49-F238E27FC236}">
                <a16:creationId xmlns:a16="http://schemas.microsoft.com/office/drawing/2014/main" id="{1B9387D5-6743-4B77-9AC2-5EC2FD666AEE}"/>
              </a:ext>
            </a:extLst>
          </p:cNvPr>
          <p:cNvSpPr>
            <a:spLocks noGrp="1"/>
          </p:cNvSpPr>
          <p:nvPr/>
        </p:nvSpPr>
        <p:spPr>
          <a:xfrm flipV="1">
            <a:off x="1117802" y="3366095"/>
            <a:ext cx="2911460" cy="1"/>
          </a:xfrm>
          <a:prstGeom prst="line">
            <a:avLst/>
          </a:prstGeom>
          <a:noFill/>
          <a:ln w="38100">
            <a:solidFill>
              <a:srgbClr val="D4A925"/>
            </a:solidFill>
            <a:prstDash val="solid"/>
          </a:ln>
        </p:spPr>
      </p:sp>
      <p:sp>
        <p:nvSpPr>
          <p:cNvPr id="5" name="مستطيل 4">
            <a:extLst>
              <a:ext uri="{FF2B5EF4-FFF2-40B4-BE49-F238E27FC236}">
                <a16:creationId xmlns:a16="http://schemas.microsoft.com/office/drawing/2014/main" id="{1FE9E54A-D636-4D58-A1C7-29D0480265CD}"/>
              </a:ext>
            </a:extLst>
          </p:cNvPr>
          <p:cNvSpPr>
            <a:spLocks noGrp="1"/>
          </p:cNvSpPr>
          <p:nvPr/>
        </p:nvSpPr>
        <p:spPr>
          <a:xfrm>
            <a:off x="-1020253" y="3716827"/>
            <a:ext cx="6219372" cy="405041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2500" lnSpcReduction="10000"/>
          </a:bodyPr>
          <a:lstStyle/>
          <a:p>
            <a:pPr>
              <a:lnSpc>
                <a:spcPct val="102000"/>
              </a:lnSpc>
              <a:defRPr lang="ar-SA" altLang="en-US" sz="31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280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المنصة الرقمية لشهادات المعايرة</a:t>
            </a:r>
          </a:p>
          <a:p>
            <a:pPr algn="r">
              <a:lnSpc>
                <a:spcPct val="102000"/>
              </a:lnSpc>
              <a:buNone/>
              <a:defRPr lang="ar-SA" altLang="en-US" sz="31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endParaRPr lang="ar-LY" altLang="en-US" sz="2800" b="1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6" name="مستطيل 5">
            <a:extLst>
              <a:ext uri="{FF2B5EF4-FFF2-40B4-BE49-F238E27FC236}">
                <a16:creationId xmlns:a16="http://schemas.microsoft.com/office/drawing/2014/main" id="{BA849027-CB26-401D-A42F-3EC1126D072A}"/>
              </a:ext>
            </a:extLst>
          </p:cNvPr>
          <p:cNvSpPr>
            <a:spLocks noGrp="1"/>
          </p:cNvSpPr>
          <p:nvPr/>
        </p:nvSpPr>
        <p:spPr>
          <a:xfrm>
            <a:off x="1176347" y="4125366"/>
            <a:ext cx="2559053" cy="448701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70000" lnSpcReduction="20000"/>
          </a:bodyPr>
          <a:lstStyle/>
          <a:p>
            <a:pPr algn="r">
              <a:lnSpc>
                <a:spcPct val="102000"/>
              </a:lnSpc>
              <a:buNone/>
              <a:defRPr lang="ar-SA" altLang="en-US" sz="1725" b="0">
                <a:solidFill>
                  <a:srgbClr val="D4E0EC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725" b="0" dirty="0">
                <a:solidFill>
                  <a:srgbClr val="D4E0EC"/>
                </a:solidFill>
                <a:latin typeface="Tahoma"/>
                <a:ea typeface="Tahoma"/>
                <a:cs typeface="Tahoma"/>
              </a:rPr>
              <a:t>إدارة دورة الجهاز من التسجيل الفني</a:t>
            </a:r>
          </a:p>
          <a:p>
            <a:pPr algn="r">
              <a:lnSpc>
                <a:spcPct val="170000"/>
              </a:lnSpc>
              <a:buNone/>
              <a:defRPr lang="ar-SA" altLang="en-US" sz="1725" b="0">
                <a:solidFill>
                  <a:srgbClr val="D4E0EC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725" b="0" dirty="0">
                <a:solidFill>
                  <a:srgbClr val="D4E0EC"/>
                </a:solidFill>
                <a:latin typeface="Tahoma"/>
                <a:ea typeface="Tahoma"/>
                <a:cs typeface="Tahoma"/>
              </a:rPr>
              <a:t>حتى التحقق الميداني من الشهادة</a:t>
            </a:r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39E4A6BD-867C-412E-92CC-421BAA9083DE}"/>
              </a:ext>
            </a:extLst>
          </p:cNvPr>
          <p:cNvSpPr>
            <a:spLocks noGrp="1"/>
          </p:cNvSpPr>
          <p:nvPr/>
        </p:nvSpPr>
        <p:spPr>
          <a:xfrm>
            <a:off x="1405622" y="4750922"/>
            <a:ext cx="2139053" cy="186046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77500" lnSpcReduction="20000"/>
          </a:bodyPr>
          <a:lstStyle/>
          <a:p>
            <a:pPr algn="r">
              <a:lnSpc>
                <a:spcPct val="102000"/>
              </a:lnSpc>
              <a:buNone/>
              <a:defRPr lang="ar-SA" altLang="en-US" sz="1425" b="1">
                <a:solidFill>
                  <a:srgbClr val="F4E3A5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425" b="1" dirty="0">
                <a:solidFill>
                  <a:srgbClr val="F4E3A5"/>
                </a:solidFill>
                <a:latin typeface="Tahoma"/>
                <a:ea typeface="Tahoma"/>
                <a:cs typeface="Tahoma"/>
              </a:rPr>
              <a:t>مركز البحوث النووية – تاجوراء</a:t>
            </a:r>
          </a:p>
        </p:txBody>
      </p:sp>
      <p:sp>
        <p:nvSpPr>
          <p:cNvPr id="8" name="مستطيل 7">
            <a:extLst>
              <a:ext uri="{FF2B5EF4-FFF2-40B4-BE49-F238E27FC236}">
                <a16:creationId xmlns:a16="http://schemas.microsoft.com/office/drawing/2014/main" id="{0CFBE833-E8D1-4519-A6E2-F680D78DFD2F}"/>
              </a:ext>
            </a:extLst>
          </p:cNvPr>
          <p:cNvSpPr>
            <a:spLocks noGrp="1"/>
          </p:cNvSpPr>
          <p:nvPr/>
        </p:nvSpPr>
        <p:spPr>
          <a:xfrm>
            <a:off x="903415" y="5168577"/>
            <a:ext cx="2958538" cy="186046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77500" lnSpcReduction="20000"/>
          </a:bodyPr>
          <a:lstStyle/>
          <a:p>
            <a:pPr algn="r">
              <a:lnSpc>
                <a:spcPct val="102000"/>
              </a:lnSpc>
              <a:buNone/>
              <a:defRPr lang="ar-SA" altLang="en-US" sz="1275" b="0">
                <a:solidFill>
                  <a:srgbClr val="D4E0EC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400" b="1" dirty="0">
                <a:solidFill>
                  <a:srgbClr val="F4E3A5"/>
                </a:solidFill>
                <a:latin typeface="Tahoma"/>
                <a:ea typeface="Tahoma"/>
                <a:cs typeface="Tahoma"/>
              </a:rPr>
              <a:t>إدارة</a:t>
            </a:r>
            <a:r>
              <a:rPr lang="ar-LY" altLang="en-US" sz="1275" b="0" dirty="0">
                <a:solidFill>
                  <a:srgbClr val="D4E0EC"/>
                </a:solidFill>
                <a:latin typeface="Tahoma"/>
                <a:ea typeface="Tahoma"/>
                <a:cs typeface="Tahoma"/>
              </a:rPr>
              <a:t> </a:t>
            </a:r>
            <a:r>
              <a:rPr lang="ar-LY" altLang="en-US" sz="1425" b="1" dirty="0">
                <a:solidFill>
                  <a:srgbClr val="F4E3A5"/>
                </a:solidFill>
                <a:latin typeface="Tahoma"/>
                <a:ea typeface="Tahoma"/>
                <a:cs typeface="Tahoma"/>
              </a:rPr>
              <a:t>الوقاية من الإشعاع - وحدة المعايرة</a:t>
            </a:r>
          </a:p>
        </p:txBody>
      </p:sp>
      <p:pic>
        <p:nvPicPr>
          <p:cNvPr id="9" name="صورة 8" descr="صورة تحتوي على دائرة, حلزوني/ لولبي, ضوء, فن&#10;&#10;قد يكون المحتوى المعد بواسطة الذكاء الاصطناعي غير صحيح.">
            <a:extLst>
              <a:ext uri="{FF2B5EF4-FFF2-40B4-BE49-F238E27FC236}">
                <a16:creationId xmlns:a16="http://schemas.microsoft.com/office/drawing/2014/main" id="{CEDBD587-D4C2-4D45-3BF8-6241680862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386" y="-121466"/>
            <a:ext cx="1942289" cy="1942289"/>
          </a:xfrm>
          <a:prstGeom prst="rect">
            <a:avLst/>
          </a:prstGeom>
        </p:spPr>
      </p:pic>
      <p:pic>
        <p:nvPicPr>
          <p:cNvPr id="14" name="صورة 13" descr="صورة تحتوي على شعار, رمز, دائرة&#10;&#10;قد يكون المحتوى المعد بواسطة الذكاء الاصطناعي غير صحيح.">
            <a:extLst>
              <a:ext uri="{FF2B5EF4-FFF2-40B4-BE49-F238E27FC236}">
                <a16:creationId xmlns:a16="http://schemas.microsoft.com/office/drawing/2014/main" id="{B6167178-6D06-8C2E-6A09-5856C5BF78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146" y="1785511"/>
            <a:ext cx="1468770" cy="1468770"/>
          </a:xfrm>
          <a:prstGeom prst="rect">
            <a:avLst/>
          </a:prstGeom>
        </p:spPr>
      </p:pic>
      <p:sp>
        <p:nvSpPr>
          <p:cNvPr id="18" name="مستطيل 17">
            <a:extLst>
              <a:ext uri="{FF2B5EF4-FFF2-40B4-BE49-F238E27FC236}">
                <a16:creationId xmlns:a16="http://schemas.microsoft.com/office/drawing/2014/main" id="{D9BBCF11-F379-FB58-DC5F-562373594604}"/>
              </a:ext>
            </a:extLst>
          </p:cNvPr>
          <p:cNvSpPr>
            <a:spLocks noGrp="1"/>
          </p:cNvSpPr>
          <p:nvPr/>
        </p:nvSpPr>
        <p:spPr>
          <a:xfrm>
            <a:off x="1688451" y="5585017"/>
            <a:ext cx="1992162" cy="219994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38100" rIns="76200" bIns="38100" anchor="t">
            <a:normAutofit fontScale="92500" lnSpcReduction="20000"/>
          </a:bodyPr>
          <a:lstStyle/>
          <a:p>
            <a:pPr algn="ctr" rtl="1">
              <a:defRPr sz="1200" b="1">
                <a:solidFill>
                  <a:srgbClr val="9A742E"/>
                </a:solidFill>
                <a:latin typeface="Tahoma"/>
                <a:ea typeface="Tahoma"/>
                <a:cs typeface="Tahoma"/>
              </a:defRPr>
            </a:pPr>
            <a:r>
              <a:rPr lang="ar-SA" sz="1200" b="1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إعداد وتطوير</a:t>
            </a:r>
            <a:r>
              <a:rPr lang="ar-LY" sz="1200" b="1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 وتنفيد</a:t>
            </a:r>
            <a:endParaRPr lang="ar-SA" sz="1200" b="1" dirty="0">
              <a:solidFill>
                <a:schemeClr val="bg1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9" name="مستطيل 18">
            <a:extLst>
              <a:ext uri="{FF2B5EF4-FFF2-40B4-BE49-F238E27FC236}">
                <a16:creationId xmlns:a16="http://schemas.microsoft.com/office/drawing/2014/main" id="{17C13B71-B213-A654-D01F-7CA95A23AAB5}"/>
              </a:ext>
            </a:extLst>
          </p:cNvPr>
          <p:cNvSpPr>
            <a:spLocks noGrp="1"/>
          </p:cNvSpPr>
          <p:nvPr/>
        </p:nvSpPr>
        <p:spPr>
          <a:xfrm>
            <a:off x="1652796" y="5969878"/>
            <a:ext cx="1841467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38100" rIns="76200" bIns="38100" anchor="t">
            <a:normAutofit/>
          </a:bodyPr>
          <a:lstStyle/>
          <a:p>
            <a:pPr algn="r" rtl="1">
              <a:defRPr sz="1275" b="0">
                <a:solidFill>
                  <a:srgbClr val="0A2440"/>
                </a:solidFill>
                <a:latin typeface="Tahoma"/>
                <a:ea typeface="Tahoma"/>
                <a:cs typeface="Tahoma"/>
              </a:defRPr>
            </a:pPr>
            <a:r>
              <a:rPr lang="ar-SA" sz="1275" b="0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م. إدريس فتح الله الهري</a:t>
            </a:r>
            <a:endParaRPr lang="ar-LY" sz="1275" b="0" dirty="0">
              <a:solidFill>
                <a:schemeClr val="bg1"/>
              </a:solidFill>
              <a:latin typeface="Tahoma"/>
              <a:ea typeface="Tahoma"/>
              <a:cs typeface="Tahoma"/>
            </a:endParaRPr>
          </a:p>
          <a:p>
            <a:pPr algn="r" rtl="1">
              <a:defRPr sz="1275" b="0">
                <a:solidFill>
                  <a:srgbClr val="0A2440"/>
                </a:solidFill>
                <a:latin typeface="Tahoma"/>
                <a:ea typeface="Tahoma"/>
                <a:cs typeface="Tahoma"/>
              </a:defRPr>
            </a:pPr>
            <a:endParaRPr lang="ar-SA" sz="1275" b="0" dirty="0">
              <a:solidFill>
                <a:schemeClr val="bg1"/>
              </a:solidFill>
              <a:latin typeface="Tahoma"/>
              <a:ea typeface="Tahoma"/>
              <a:cs typeface="Tahoma"/>
            </a:endParaRPr>
          </a:p>
          <a:p>
            <a:pPr algn="r" rtl="1">
              <a:defRPr sz="1275" b="0">
                <a:solidFill>
                  <a:srgbClr val="0A2440"/>
                </a:solidFill>
                <a:latin typeface="Tahoma"/>
                <a:ea typeface="Tahoma"/>
                <a:cs typeface="Tahoma"/>
              </a:defRPr>
            </a:pPr>
            <a:r>
              <a:rPr lang="ar-SA" sz="1275" b="0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م. رضا علي المريمي</a:t>
            </a:r>
          </a:p>
        </p:txBody>
      </p:sp>
      <p:pic>
        <p:nvPicPr>
          <p:cNvPr id="22" name="صورة 21" descr="صورة تحتوي على لقطة شاشة, الرسومات, تصميم الجرافيك, التصميم&#10;&#10;قد يكون المحتوى المعد بواسطة الذكاء الاصطناعي غير صحيح.">
            <a:extLst>
              <a:ext uri="{FF2B5EF4-FFF2-40B4-BE49-F238E27FC236}">
                <a16:creationId xmlns:a16="http://schemas.microsoft.com/office/drawing/2014/main" id="{9B91EFD6-5B09-6963-4043-80591137E1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1417" y="5714600"/>
            <a:ext cx="870414" cy="87041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177800">
              <a:schemeClr val="accent1">
                <a:alpha val="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805435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مستطيل 20">
            <a:extLst>
              <a:ext uri="{FF2B5EF4-FFF2-40B4-BE49-F238E27FC236}">
                <a16:creationId xmlns:a16="http://schemas.microsoft.com/office/drawing/2014/main" id="{DDEA3AEB-3E80-493B-913A-ED51D268FD79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75" b="1">
                <a:solidFill>
                  <a:srgbClr val="D4A925"/>
                </a:solidFill>
                <a:latin typeface="Tahoma"/>
                <a:ea typeface="Tahoma"/>
                <a:cs typeface="Tahoma"/>
              </a:defRPr>
            </a:pPr>
            <a:endParaRPr sz="1275" b="1" dirty="0">
              <a:solidFill>
                <a:srgbClr val="D4A925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" name="مستطيل 1">
            <a:extLst>
              <a:ext uri="{FF2B5EF4-FFF2-40B4-BE49-F238E27FC236}">
                <a16:creationId xmlns:a16="http://schemas.microsoft.com/office/drawing/2014/main" id="{13CC25C4-522C-40C6-B9BE-C467B012EF83}"/>
              </a:ext>
            </a:extLst>
          </p:cNvPr>
          <p:cNvSpPr>
            <a:spLocks noGrp="1"/>
          </p:cNvSpPr>
          <p:nvPr/>
        </p:nvSpPr>
        <p:spPr>
          <a:xfrm>
            <a:off x="2476500" y="238125"/>
            <a:ext cx="9144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2000"/>
              </a:lnSpc>
              <a:buNone/>
              <a:defRPr lang="ar-SA" altLang="en-US" sz="3075" b="1">
                <a:solidFill>
                  <a:srgbClr val="061426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3075" b="1" dirty="0">
                <a:solidFill>
                  <a:srgbClr val="061426"/>
                </a:solidFill>
                <a:latin typeface="Tahoma"/>
                <a:ea typeface="Tahoma"/>
                <a:cs typeface="Tahoma"/>
              </a:rPr>
              <a:t>فجوة الثقة تبدأ بعد خروج الشهادة</a:t>
            </a:r>
          </a:p>
        </p:txBody>
      </p:sp>
      <p:sp>
        <p:nvSpPr>
          <p:cNvPr id="3" name="رابط مستقيم 2">
            <a:extLst>
              <a:ext uri="{FF2B5EF4-FFF2-40B4-BE49-F238E27FC236}">
                <a16:creationId xmlns:a16="http://schemas.microsoft.com/office/drawing/2014/main" id="{B27E480D-7C9E-49FB-AF8E-21F6A6C3024B}"/>
              </a:ext>
            </a:extLst>
          </p:cNvPr>
          <p:cNvSpPr>
            <a:spLocks noGrp="1"/>
          </p:cNvSpPr>
          <p:nvPr/>
        </p:nvSpPr>
        <p:spPr>
          <a:xfrm>
            <a:off x="552450" y="895350"/>
            <a:ext cx="11068050" cy="0"/>
          </a:xfrm>
          <a:prstGeom prst="line">
            <a:avLst/>
          </a:prstGeom>
          <a:noFill/>
          <a:ln w="9525">
            <a:solidFill>
              <a:srgbClr val="D9E1E9"/>
            </a:solidFill>
            <a:prstDash val="solid"/>
          </a:ln>
        </p:spPr>
      </p:sp>
      <p:sp>
        <p:nvSpPr>
          <p:cNvPr id="4" name="مستطيل 3">
            <a:extLst>
              <a:ext uri="{FF2B5EF4-FFF2-40B4-BE49-F238E27FC236}">
                <a16:creationId xmlns:a16="http://schemas.microsoft.com/office/drawing/2014/main" id="{63C04FAD-8391-4484-84A7-CBB920238ECD}"/>
              </a:ext>
            </a:extLst>
          </p:cNvPr>
          <p:cNvSpPr>
            <a:spLocks noGrp="1"/>
          </p:cNvSpPr>
          <p:nvPr/>
        </p:nvSpPr>
        <p:spPr>
          <a:xfrm>
            <a:off x="647700" y="1381125"/>
            <a:ext cx="476250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2850" b="1">
                <a:solidFill>
                  <a:srgbClr val="061426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2850" b="1" dirty="0">
                <a:solidFill>
                  <a:srgbClr val="061426"/>
                </a:solidFill>
                <a:latin typeface="Tahoma"/>
                <a:ea typeface="Tahoma"/>
                <a:cs typeface="Tahoma"/>
              </a:rPr>
              <a:t>الورق يثبت ما طُبع</a:t>
            </a:r>
          </a:p>
          <a:p>
            <a:pPr algn="ctr">
              <a:lnSpc>
                <a:spcPct val="102000"/>
              </a:lnSpc>
              <a:buNone/>
              <a:defRPr lang="ar-SA" altLang="en-US" sz="2850" b="1">
                <a:solidFill>
                  <a:srgbClr val="061426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2850" b="1" dirty="0">
                <a:solidFill>
                  <a:srgbClr val="061426"/>
                </a:solidFill>
                <a:latin typeface="Tahoma"/>
                <a:ea typeface="Tahoma"/>
                <a:cs typeface="Tahoma"/>
              </a:rPr>
              <a:t>ولا يكشف ما تغيّر بعده</a:t>
            </a:r>
          </a:p>
        </p:txBody>
      </p:sp>
      <p:sp>
        <p:nvSpPr>
          <p:cNvPr id="5" name="رابط مستقيم 4">
            <a:extLst>
              <a:ext uri="{FF2B5EF4-FFF2-40B4-BE49-F238E27FC236}">
                <a16:creationId xmlns:a16="http://schemas.microsoft.com/office/drawing/2014/main" id="{F69DB466-565F-4026-88D4-F8A7DAAB5FF5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4572000" cy="0"/>
          </a:xfrm>
          <a:prstGeom prst="line">
            <a:avLst/>
          </a:prstGeom>
          <a:noFill/>
          <a:ln w="47625">
            <a:solidFill>
              <a:srgbClr val="D94A46"/>
            </a:solidFill>
            <a:prstDash val="solid"/>
          </a:ln>
        </p:spPr>
      </p:sp>
      <p:sp>
        <p:nvSpPr>
          <p:cNvPr id="6" name="مستطيل 5">
            <a:extLst>
              <a:ext uri="{FF2B5EF4-FFF2-40B4-BE49-F238E27FC236}">
                <a16:creationId xmlns:a16="http://schemas.microsoft.com/office/drawing/2014/main" id="{3DFF4570-3F0D-4F2B-923C-B62AE3967AFC}"/>
              </a:ext>
            </a:extLst>
          </p:cNvPr>
          <p:cNvSpPr>
            <a:spLocks noGrp="1"/>
          </p:cNvSpPr>
          <p:nvPr/>
        </p:nvSpPr>
        <p:spPr>
          <a:xfrm>
            <a:off x="11268783" y="1447800"/>
            <a:ext cx="551033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500" b="1">
                <a:solidFill>
                  <a:srgbClr val="D4A925"/>
                </a:solidFill>
                <a:latin typeface="Tahoma"/>
                <a:ea typeface="Tahoma"/>
                <a:cs typeface="Tahoma"/>
              </a:defRPr>
            </a:pPr>
            <a:r>
              <a:rPr sz="1500" b="1" dirty="0">
                <a:solidFill>
                  <a:srgbClr val="D4A925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618F4A76-749B-40E2-A350-D3CEF4BE9328}"/>
              </a:ext>
            </a:extLst>
          </p:cNvPr>
          <p:cNvSpPr>
            <a:spLocks noGrp="1"/>
          </p:cNvSpPr>
          <p:nvPr/>
        </p:nvSpPr>
        <p:spPr>
          <a:xfrm>
            <a:off x="7048500" y="1409700"/>
            <a:ext cx="447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1950" b="1">
                <a:solidFill>
                  <a:srgbClr val="061426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950" b="1" dirty="0">
                <a:solidFill>
                  <a:srgbClr val="061426"/>
                </a:solidFill>
                <a:latin typeface="Tahoma"/>
                <a:ea typeface="Tahoma"/>
                <a:cs typeface="Tahoma"/>
              </a:rPr>
              <a:t>تأخر اكتشاف انتهاء المعايرة</a:t>
            </a:r>
          </a:p>
        </p:txBody>
      </p:sp>
      <p:sp>
        <p:nvSpPr>
          <p:cNvPr id="8" name="مستطيل 7">
            <a:extLst>
              <a:ext uri="{FF2B5EF4-FFF2-40B4-BE49-F238E27FC236}">
                <a16:creationId xmlns:a16="http://schemas.microsoft.com/office/drawing/2014/main" id="{5FC84832-A690-484B-AFD1-B72ADB46DF39}"/>
              </a:ext>
            </a:extLst>
          </p:cNvPr>
          <p:cNvSpPr>
            <a:spLocks noGrp="1"/>
          </p:cNvSpPr>
          <p:nvPr/>
        </p:nvSpPr>
        <p:spPr>
          <a:xfrm>
            <a:off x="7048500" y="1847850"/>
            <a:ext cx="447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1500" b="0">
                <a:solidFill>
                  <a:srgbClr val="758397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500" b="0" dirty="0">
                <a:solidFill>
                  <a:srgbClr val="758397"/>
                </a:solidFill>
                <a:latin typeface="Tahoma"/>
                <a:ea typeface="Tahoma"/>
                <a:cs typeface="Tahoma"/>
              </a:rPr>
              <a:t>تصل المعلومة بعد أن تصبح مشكلة تشغيلية</a:t>
            </a:r>
          </a:p>
        </p:txBody>
      </p:sp>
      <p:sp>
        <p:nvSpPr>
          <p:cNvPr id="9" name="رابط مستقيم 8">
            <a:extLst>
              <a:ext uri="{FF2B5EF4-FFF2-40B4-BE49-F238E27FC236}">
                <a16:creationId xmlns:a16="http://schemas.microsoft.com/office/drawing/2014/main" id="{A03A4552-D13E-47E8-86C0-4CA2D3358119}"/>
              </a:ext>
            </a:extLst>
          </p:cNvPr>
          <p:cNvSpPr>
            <a:spLocks noGrp="1"/>
          </p:cNvSpPr>
          <p:nvPr/>
        </p:nvSpPr>
        <p:spPr>
          <a:xfrm>
            <a:off x="7048500" y="2514600"/>
            <a:ext cx="4476750" cy="0"/>
          </a:xfrm>
          <a:prstGeom prst="line">
            <a:avLst/>
          </a:prstGeom>
          <a:noFill/>
          <a:ln w="9525">
            <a:solidFill>
              <a:srgbClr val="D9E1E9"/>
            </a:solidFill>
            <a:prstDash val="solid"/>
          </a:ln>
        </p:spPr>
      </p:sp>
      <p:sp>
        <p:nvSpPr>
          <p:cNvPr id="10" name="مستطيل 9">
            <a:extLst>
              <a:ext uri="{FF2B5EF4-FFF2-40B4-BE49-F238E27FC236}">
                <a16:creationId xmlns:a16="http://schemas.microsoft.com/office/drawing/2014/main" id="{3524E6AD-C133-41B4-B486-7082F89A49E8}"/>
              </a:ext>
            </a:extLst>
          </p:cNvPr>
          <p:cNvSpPr>
            <a:spLocks noGrp="1"/>
          </p:cNvSpPr>
          <p:nvPr/>
        </p:nvSpPr>
        <p:spPr>
          <a:xfrm>
            <a:off x="11268783" y="2828925"/>
            <a:ext cx="551033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500" b="1">
                <a:solidFill>
                  <a:srgbClr val="D4A925"/>
                </a:solidFill>
                <a:latin typeface="Tahoma"/>
                <a:ea typeface="Tahoma"/>
                <a:cs typeface="Tahoma"/>
              </a:defRPr>
            </a:pPr>
            <a:r>
              <a:rPr sz="1500" b="1" dirty="0">
                <a:solidFill>
                  <a:srgbClr val="D4A925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1" name="مستطيل 10">
            <a:extLst>
              <a:ext uri="{FF2B5EF4-FFF2-40B4-BE49-F238E27FC236}">
                <a16:creationId xmlns:a16="http://schemas.microsoft.com/office/drawing/2014/main" id="{EC2F79E5-4294-4B6B-971F-18D4D48A0C05}"/>
              </a:ext>
            </a:extLst>
          </p:cNvPr>
          <p:cNvSpPr>
            <a:spLocks noGrp="1"/>
          </p:cNvSpPr>
          <p:nvPr/>
        </p:nvSpPr>
        <p:spPr>
          <a:xfrm>
            <a:off x="7048500" y="2790825"/>
            <a:ext cx="447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1950" b="1">
                <a:solidFill>
                  <a:srgbClr val="061426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950" b="1" dirty="0">
                <a:solidFill>
                  <a:srgbClr val="061426"/>
                </a:solidFill>
                <a:latin typeface="Tahoma"/>
                <a:ea typeface="Tahoma"/>
                <a:cs typeface="Tahoma"/>
              </a:rPr>
              <a:t>سجل موزع بين ملفات ومرفقات</a:t>
            </a:r>
          </a:p>
        </p:txBody>
      </p:sp>
      <p:sp>
        <p:nvSpPr>
          <p:cNvPr id="12" name="مستطيل 11">
            <a:extLst>
              <a:ext uri="{FF2B5EF4-FFF2-40B4-BE49-F238E27FC236}">
                <a16:creationId xmlns:a16="http://schemas.microsoft.com/office/drawing/2014/main" id="{FD17A577-16A7-4881-B2F9-33087D504AEC}"/>
              </a:ext>
            </a:extLst>
          </p:cNvPr>
          <p:cNvSpPr>
            <a:spLocks noGrp="1"/>
          </p:cNvSpPr>
          <p:nvPr/>
        </p:nvSpPr>
        <p:spPr>
          <a:xfrm>
            <a:off x="7048500" y="3228975"/>
            <a:ext cx="447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1500" b="0">
                <a:solidFill>
                  <a:srgbClr val="758397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500" b="0" dirty="0">
                <a:solidFill>
                  <a:srgbClr val="758397"/>
                </a:solidFill>
                <a:latin typeface="Tahoma"/>
                <a:ea typeface="Tahoma"/>
                <a:cs typeface="Tahoma"/>
              </a:rPr>
              <a:t>تضيع العلاقة بين الجهاز والنتيجة والشهادة</a:t>
            </a:r>
          </a:p>
        </p:txBody>
      </p:sp>
      <p:sp>
        <p:nvSpPr>
          <p:cNvPr id="13" name="رابط مستقيم 12">
            <a:extLst>
              <a:ext uri="{FF2B5EF4-FFF2-40B4-BE49-F238E27FC236}">
                <a16:creationId xmlns:a16="http://schemas.microsoft.com/office/drawing/2014/main" id="{12FA06E3-969D-4FA2-869D-73329069F1B1}"/>
              </a:ext>
            </a:extLst>
          </p:cNvPr>
          <p:cNvSpPr>
            <a:spLocks noGrp="1"/>
          </p:cNvSpPr>
          <p:nvPr/>
        </p:nvSpPr>
        <p:spPr>
          <a:xfrm>
            <a:off x="7048500" y="3895725"/>
            <a:ext cx="4476750" cy="0"/>
          </a:xfrm>
          <a:prstGeom prst="line">
            <a:avLst/>
          </a:prstGeom>
          <a:noFill/>
          <a:ln w="9525">
            <a:solidFill>
              <a:srgbClr val="D9E1E9"/>
            </a:solidFill>
            <a:prstDash val="solid"/>
          </a:ln>
        </p:spPr>
      </p:sp>
      <p:sp>
        <p:nvSpPr>
          <p:cNvPr id="14" name="مستطيل 13">
            <a:extLst>
              <a:ext uri="{FF2B5EF4-FFF2-40B4-BE49-F238E27FC236}">
                <a16:creationId xmlns:a16="http://schemas.microsoft.com/office/drawing/2014/main" id="{9E291E6E-F409-456F-BFA6-EF9399997EE6}"/>
              </a:ext>
            </a:extLst>
          </p:cNvPr>
          <p:cNvSpPr>
            <a:spLocks noGrp="1"/>
          </p:cNvSpPr>
          <p:nvPr/>
        </p:nvSpPr>
        <p:spPr>
          <a:xfrm>
            <a:off x="11268783" y="4210050"/>
            <a:ext cx="551033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500" b="1">
                <a:solidFill>
                  <a:srgbClr val="D94A46"/>
                </a:solidFill>
                <a:latin typeface="Tahoma"/>
                <a:ea typeface="Tahoma"/>
                <a:cs typeface="Tahoma"/>
              </a:defRPr>
            </a:pPr>
            <a:r>
              <a:rPr sz="1500" b="1" dirty="0">
                <a:solidFill>
                  <a:srgbClr val="D4A925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5" name="مستطيل 14">
            <a:extLst>
              <a:ext uri="{FF2B5EF4-FFF2-40B4-BE49-F238E27FC236}">
                <a16:creationId xmlns:a16="http://schemas.microsoft.com/office/drawing/2014/main" id="{8CE5CE03-07A1-45DB-A62D-DD33EBAF0200}"/>
              </a:ext>
            </a:extLst>
          </p:cNvPr>
          <p:cNvSpPr>
            <a:spLocks noGrp="1"/>
          </p:cNvSpPr>
          <p:nvPr/>
        </p:nvSpPr>
        <p:spPr>
          <a:xfrm>
            <a:off x="7048500" y="4171950"/>
            <a:ext cx="447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1950" b="1">
                <a:solidFill>
                  <a:srgbClr val="061426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950" b="1" dirty="0">
                <a:solidFill>
                  <a:srgbClr val="061426"/>
                </a:solidFill>
                <a:latin typeface="Tahoma"/>
                <a:ea typeface="Tahoma"/>
                <a:cs typeface="Tahoma"/>
              </a:rPr>
              <a:t>تحقق ميداني غير حاسم</a:t>
            </a:r>
          </a:p>
        </p:txBody>
      </p:sp>
      <p:sp>
        <p:nvSpPr>
          <p:cNvPr id="16" name="مستطيل 15">
            <a:extLst>
              <a:ext uri="{FF2B5EF4-FFF2-40B4-BE49-F238E27FC236}">
                <a16:creationId xmlns:a16="http://schemas.microsoft.com/office/drawing/2014/main" id="{A300155F-CF57-45AA-8F83-31A8FA13BE70}"/>
              </a:ext>
            </a:extLst>
          </p:cNvPr>
          <p:cNvSpPr>
            <a:spLocks noGrp="1"/>
          </p:cNvSpPr>
          <p:nvPr/>
        </p:nvSpPr>
        <p:spPr>
          <a:xfrm>
            <a:off x="7048500" y="4610100"/>
            <a:ext cx="447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1500" b="0">
                <a:solidFill>
                  <a:srgbClr val="758397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500" b="0" dirty="0">
                <a:solidFill>
                  <a:srgbClr val="758397"/>
                </a:solidFill>
                <a:latin typeface="Tahoma"/>
                <a:ea typeface="Tahoma"/>
                <a:cs typeface="Tahoma"/>
              </a:rPr>
              <a:t>رؤية رمز QR لا تكفي لإثبات سلامة الوثيقة</a:t>
            </a:r>
          </a:p>
        </p:txBody>
      </p:sp>
      <p:sp>
        <p:nvSpPr>
          <p:cNvPr id="17" name="رابط مستقيم 16">
            <a:extLst>
              <a:ext uri="{FF2B5EF4-FFF2-40B4-BE49-F238E27FC236}">
                <a16:creationId xmlns:a16="http://schemas.microsoft.com/office/drawing/2014/main" id="{185EE0C0-815A-4F56-B0ED-BE594F7D1533}"/>
              </a:ext>
            </a:extLst>
          </p:cNvPr>
          <p:cNvSpPr>
            <a:spLocks noGrp="1"/>
          </p:cNvSpPr>
          <p:nvPr/>
        </p:nvSpPr>
        <p:spPr>
          <a:xfrm>
            <a:off x="7048500" y="5276850"/>
            <a:ext cx="4476750" cy="0"/>
          </a:xfrm>
          <a:prstGeom prst="line">
            <a:avLst/>
          </a:prstGeom>
          <a:noFill/>
          <a:ln w="9525">
            <a:solidFill>
              <a:srgbClr val="D9E1E9"/>
            </a:solidFill>
            <a:prstDash val="solid"/>
          </a:ln>
        </p:spPr>
      </p:sp>
      <p:sp>
        <p:nvSpPr>
          <p:cNvPr id="18" name="مستطيل 17">
            <a:extLst>
              <a:ext uri="{FF2B5EF4-FFF2-40B4-BE49-F238E27FC236}">
                <a16:creationId xmlns:a16="http://schemas.microsoft.com/office/drawing/2014/main" id="{21228BA8-5899-493F-A94F-1A01ECCED1BB}"/>
              </a:ext>
            </a:extLst>
          </p:cNvPr>
          <p:cNvSpPr>
            <a:spLocks noGrp="1"/>
          </p:cNvSpPr>
          <p:nvPr/>
        </p:nvSpPr>
        <p:spPr>
          <a:xfrm>
            <a:off x="1143000" y="5524500"/>
            <a:ext cx="9906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2025" b="1">
                <a:solidFill>
                  <a:srgbClr val="0C3E73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2025" b="1" dirty="0">
                <a:solidFill>
                  <a:srgbClr val="0C3E73"/>
                </a:solidFill>
                <a:latin typeface="Tahoma"/>
                <a:ea typeface="Tahoma"/>
                <a:cs typeface="Tahoma"/>
              </a:rPr>
              <a:t>السجل الموثوق يحفظ مسار الشهادة ويتيح التحقق منها عند الحاجة</a:t>
            </a:r>
          </a:p>
        </p:txBody>
      </p:sp>
      <p:sp>
        <p:nvSpPr>
          <p:cNvPr id="19" name="مستطيل 18">
            <a:extLst>
              <a:ext uri="{FF2B5EF4-FFF2-40B4-BE49-F238E27FC236}">
                <a16:creationId xmlns:a16="http://schemas.microsoft.com/office/drawing/2014/main" id="{CBA3D49D-E577-4CE7-B117-FC2F26C4796D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90487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975" b="1">
                <a:solidFill>
                  <a:srgbClr val="758397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758397"/>
                </a:solidFill>
                <a:latin typeface="Tahoma"/>
                <a:ea typeface="Tahoma"/>
                <a:cs typeface="Tahoma"/>
              </a:rPr>
              <a:t>CAL-QR</a:t>
            </a:r>
          </a:p>
        </p:txBody>
      </p:sp>
      <p:sp>
        <p:nvSpPr>
          <p:cNvPr id="20" name="مستطيل 19">
            <a:extLst>
              <a:ext uri="{FF2B5EF4-FFF2-40B4-BE49-F238E27FC236}">
                <a16:creationId xmlns:a16="http://schemas.microsoft.com/office/drawing/2014/main" id="{11E44DC9-35E0-4588-83E4-69A056329F02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2000"/>
              </a:lnSpc>
              <a:buNone/>
              <a:defRPr sz="975" b="1">
                <a:solidFill>
                  <a:srgbClr val="758397"/>
                </a:solidFill>
                <a:latin typeface="Tahoma"/>
                <a:ea typeface="Tahoma"/>
                <a:cs typeface="Tahoma"/>
              </a:defRPr>
            </a:pPr>
            <a:endParaRPr sz="975" b="1" dirty="0">
              <a:solidFill>
                <a:srgbClr val="758397"/>
              </a:solidFill>
              <a:latin typeface="Tahoma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399313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مستطيل 19">
            <a:extLst>
              <a:ext uri="{FF2B5EF4-FFF2-40B4-BE49-F238E27FC236}">
                <a16:creationId xmlns:a16="http://schemas.microsoft.com/office/drawing/2014/main" id="{F27BA85C-EC4D-4159-8FA2-03B620B196C6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75" b="1">
                <a:solidFill>
                  <a:srgbClr val="F4E3A5"/>
                </a:solidFill>
                <a:latin typeface="Tahoma"/>
                <a:ea typeface="Tahoma"/>
                <a:cs typeface="Tahoma"/>
              </a:defRPr>
            </a:pPr>
            <a:endParaRPr sz="1275" b="1" dirty="0">
              <a:solidFill>
                <a:srgbClr val="F4E3A5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" name="مستطيل 1">
            <a:extLst>
              <a:ext uri="{FF2B5EF4-FFF2-40B4-BE49-F238E27FC236}">
                <a16:creationId xmlns:a16="http://schemas.microsoft.com/office/drawing/2014/main" id="{DBBBACA6-D901-4B0A-B20A-5FF95C946063}"/>
              </a:ext>
            </a:extLst>
          </p:cNvPr>
          <p:cNvSpPr>
            <a:spLocks noGrp="1"/>
          </p:cNvSpPr>
          <p:nvPr/>
        </p:nvSpPr>
        <p:spPr>
          <a:xfrm>
            <a:off x="1524000" y="304800"/>
            <a:ext cx="9144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30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3075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منظومة واحدة تدير دورة الجهاز كاملة</a:t>
            </a:r>
          </a:p>
        </p:txBody>
      </p:sp>
      <p:sp>
        <p:nvSpPr>
          <p:cNvPr id="3" name="رابط مستقيم 2">
            <a:extLst>
              <a:ext uri="{FF2B5EF4-FFF2-40B4-BE49-F238E27FC236}">
                <a16:creationId xmlns:a16="http://schemas.microsoft.com/office/drawing/2014/main" id="{B8BD3532-9797-4CBA-9276-3E3DADEB9348}"/>
              </a:ext>
            </a:extLst>
          </p:cNvPr>
          <p:cNvSpPr>
            <a:spLocks noGrp="1"/>
          </p:cNvSpPr>
          <p:nvPr/>
        </p:nvSpPr>
        <p:spPr>
          <a:xfrm>
            <a:off x="552450" y="895350"/>
            <a:ext cx="11068050" cy="0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25" name="صورة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0" y="1809750"/>
            <a:ext cx="3429000" cy="3429000"/>
          </a:xfrm>
          <a:prstGeom prst="rect">
            <a:avLst/>
          </a:prstGeom>
        </p:spPr>
      </p:pic>
      <p:sp>
        <p:nvSpPr>
          <p:cNvPr id="5" name="مستطيل 4">
            <a:extLst>
              <a:ext uri="{FF2B5EF4-FFF2-40B4-BE49-F238E27FC236}">
                <a16:creationId xmlns:a16="http://schemas.microsoft.com/office/drawing/2014/main" id="{C4006A01-B09D-45A5-9741-2BD229CD18F5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3143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20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2025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الأجهزة والجهات</a:t>
            </a:r>
          </a:p>
        </p:txBody>
      </p:sp>
      <p:sp>
        <p:nvSpPr>
          <p:cNvPr id="6" name="مستطيل 5">
            <a:extLst>
              <a:ext uri="{FF2B5EF4-FFF2-40B4-BE49-F238E27FC236}">
                <a16:creationId xmlns:a16="http://schemas.microsoft.com/office/drawing/2014/main" id="{A33FC0B1-4FB7-4BB5-922D-9BAAAE9FE61E}"/>
              </a:ext>
            </a:extLst>
          </p:cNvPr>
          <p:cNvSpPr>
            <a:spLocks noGrp="1"/>
          </p:cNvSpPr>
          <p:nvPr/>
        </p:nvSpPr>
        <p:spPr>
          <a:xfrm>
            <a:off x="571500" y="2324100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1500" b="0">
                <a:solidFill>
                  <a:srgbClr val="B8C9DA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500" b="0" dirty="0">
                <a:solidFill>
                  <a:srgbClr val="B8C9DA"/>
                </a:solidFill>
                <a:latin typeface="Tahoma"/>
                <a:ea typeface="Tahoma"/>
                <a:cs typeface="Tahoma"/>
              </a:rPr>
              <a:t>هوية وسجل تراكمي</a:t>
            </a:r>
          </a:p>
        </p:txBody>
      </p:sp>
      <p:sp>
        <p:nvSpPr>
          <p:cNvPr id="7" name="رابط مستقيم 6">
            <a:extLst>
              <a:ext uri="{FF2B5EF4-FFF2-40B4-BE49-F238E27FC236}">
                <a16:creationId xmlns:a16="http://schemas.microsoft.com/office/drawing/2014/main" id="{24E00981-2350-4053-868A-F5CF948BC159}"/>
              </a:ext>
            </a:extLst>
          </p:cNvPr>
          <p:cNvSpPr>
            <a:spLocks noGrp="1"/>
          </p:cNvSpPr>
          <p:nvPr/>
        </p:nvSpPr>
        <p:spPr>
          <a:xfrm>
            <a:off x="571500" y="2857500"/>
            <a:ext cx="3143250" cy="0"/>
          </a:xfrm>
          <a:prstGeom prst="line">
            <a:avLst/>
          </a:prstGeom>
          <a:noFill/>
          <a:ln w="28575">
            <a:solidFill>
              <a:srgbClr val="D4A925"/>
            </a:solidFill>
            <a:prstDash val="solid"/>
          </a:ln>
        </p:spPr>
      </p:sp>
      <p:sp>
        <p:nvSpPr>
          <p:cNvPr id="8" name="مستطيل 7">
            <a:extLst>
              <a:ext uri="{FF2B5EF4-FFF2-40B4-BE49-F238E27FC236}">
                <a16:creationId xmlns:a16="http://schemas.microsoft.com/office/drawing/2014/main" id="{253D7ED5-FD08-4CFA-8F21-AEFEAB4D16A6}"/>
              </a:ext>
            </a:extLst>
          </p:cNvPr>
          <p:cNvSpPr>
            <a:spLocks noGrp="1"/>
          </p:cNvSpPr>
          <p:nvPr/>
        </p:nvSpPr>
        <p:spPr>
          <a:xfrm>
            <a:off x="571500" y="3810000"/>
            <a:ext cx="3143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20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2025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دورات المعايرة</a:t>
            </a:r>
          </a:p>
        </p:txBody>
      </p:sp>
      <p:sp>
        <p:nvSpPr>
          <p:cNvPr id="9" name="مستطيل 8">
            <a:extLst>
              <a:ext uri="{FF2B5EF4-FFF2-40B4-BE49-F238E27FC236}">
                <a16:creationId xmlns:a16="http://schemas.microsoft.com/office/drawing/2014/main" id="{8CA55711-C762-4E32-A66F-35ED1316F424}"/>
              </a:ext>
            </a:extLst>
          </p:cNvPr>
          <p:cNvSpPr>
            <a:spLocks noGrp="1"/>
          </p:cNvSpPr>
          <p:nvPr/>
        </p:nvSpPr>
        <p:spPr>
          <a:xfrm>
            <a:off x="571500" y="4324350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1500" b="0">
                <a:solidFill>
                  <a:srgbClr val="B8C9DA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500" b="0" dirty="0">
                <a:solidFill>
                  <a:srgbClr val="B8C9DA"/>
                </a:solidFill>
                <a:latin typeface="Tahoma"/>
                <a:ea typeface="Tahoma"/>
                <a:cs typeface="Tahoma"/>
              </a:rPr>
              <a:t>نتائج ومرفقات مستقلة</a:t>
            </a:r>
          </a:p>
        </p:txBody>
      </p:sp>
      <p:sp>
        <p:nvSpPr>
          <p:cNvPr id="10" name="رابط مستقيم 9">
            <a:extLst>
              <a:ext uri="{FF2B5EF4-FFF2-40B4-BE49-F238E27FC236}">
                <a16:creationId xmlns:a16="http://schemas.microsoft.com/office/drawing/2014/main" id="{C0EB22FE-BE52-4B56-BFC4-FF37243B1F51}"/>
              </a:ext>
            </a:extLst>
          </p:cNvPr>
          <p:cNvSpPr>
            <a:spLocks noGrp="1"/>
          </p:cNvSpPr>
          <p:nvPr/>
        </p:nvSpPr>
        <p:spPr>
          <a:xfrm>
            <a:off x="571500" y="4857750"/>
            <a:ext cx="3143250" cy="0"/>
          </a:xfrm>
          <a:prstGeom prst="line">
            <a:avLst/>
          </a:prstGeom>
          <a:noFill/>
          <a:ln w="28575">
            <a:solidFill>
              <a:srgbClr val="D4A925"/>
            </a:solidFill>
            <a:prstDash val="solid"/>
          </a:ln>
        </p:spPr>
      </p:sp>
      <p:sp>
        <p:nvSpPr>
          <p:cNvPr id="11" name="مستطيل 10">
            <a:extLst>
              <a:ext uri="{FF2B5EF4-FFF2-40B4-BE49-F238E27FC236}">
                <a16:creationId xmlns:a16="http://schemas.microsoft.com/office/drawing/2014/main" id="{03A7F74B-8006-47E4-8335-BCBE9C42DF64}"/>
              </a:ext>
            </a:extLst>
          </p:cNvPr>
          <p:cNvSpPr>
            <a:spLocks noGrp="1"/>
          </p:cNvSpPr>
          <p:nvPr/>
        </p:nvSpPr>
        <p:spPr>
          <a:xfrm>
            <a:off x="8477250" y="1809750"/>
            <a:ext cx="3143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20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2025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الشهادة الرقمية</a:t>
            </a:r>
          </a:p>
        </p:txBody>
      </p:sp>
      <p:sp>
        <p:nvSpPr>
          <p:cNvPr id="12" name="مستطيل 11">
            <a:extLst>
              <a:ext uri="{FF2B5EF4-FFF2-40B4-BE49-F238E27FC236}">
                <a16:creationId xmlns:a16="http://schemas.microsoft.com/office/drawing/2014/main" id="{0B4919F5-8E22-4056-A11A-EEC576DA1E04}"/>
              </a:ext>
            </a:extLst>
          </p:cNvPr>
          <p:cNvSpPr>
            <a:spLocks noGrp="1"/>
          </p:cNvSpPr>
          <p:nvPr/>
        </p:nvSpPr>
        <p:spPr>
          <a:xfrm>
            <a:off x="8477250" y="2324100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1500" b="0">
                <a:solidFill>
                  <a:srgbClr val="B8C9DA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500" b="0" dirty="0">
                <a:solidFill>
                  <a:srgbClr val="B8C9DA"/>
                </a:solidFill>
                <a:latin typeface="Tahoma"/>
                <a:ea typeface="Tahoma"/>
                <a:cs typeface="Tahoma"/>
              </a:rPr>
              <a:t>نسخة محفوظة عند الإصدار</a:t>
            </a:r>
          </a:p>
        </p:txBody>
      </p:sp>
      <p:sp>
        <p:nvSpPr>
          <p:cNvPr id="13" name="رابط مستقيم 12">
            <a:extLst>
              <a:ext uri="{FF2B5EF4-FFF2-40B4-BE49-F238E27FC236}">
                <a16:creationId xmlns:a16="http://schemas.microsoft.com/office/drawing/2014/main" id="{836F3469-7586-41F6-975C-7295039AD69C}"/>
              </a:ext>
            </a:extLst>
          </p:cNvPr>
          <p:cNvSpPr>
            <a:spLocks noGrp="1"/>
          </p:cNvSpPr>
          <p:nvPr/>
        </p:nvSpPr>
        <p:spPr>
          <a:xfrm>
            <a:off x="8477250" y="2857500"/>
            <a:ext cx="3143250" cy="0"/>
          </a:xfrm>
          <a:prstGeom prst="line">
            <a:avLst/>
          </a:prstGeom>
          <a:noFill/>
          <a:ln w="28575">
            <a:solidFill>
              <a:srgbClr val="D4A925"/>
            </a:solidFill>
            <a:prstDash val="solid"/>
          </a:ln>
        </p:spPr>
      </p:sp>
      <p:sp>
        <p:nvSpPr>
          <p:cNvPr id="14" name="مستطيل 13">
            <a:extLst>
              <a:ext uri="{FF2B5EF4-FFF2-40B4-BE49-F238E27FC236}">
                <a16:creationId xmlns:a16="http://schemas.microsoft.com/office/drawing/2014/main" id="{0667004C-3289-4350-972A-4A727B71B5AE}"/>
              </a:ext>
            </a:extLst>
          </p:cNvPr>
          <p:cNvSpPr>
            <a:spLocks noGrp="1"/>
          </p:cNvSpPr>
          <p:nvPr/>
        </p:nvSpPr>
        <p:spPr>
          <a:xfrm>
            <a:off x="8477250" y="3810000"/>
            <a:ext cx="3143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20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2025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المتابعة والتحقق</a:t>
            </a:r>
          </a:p>
        </p:txBody>
      </p:sp>
      <p:sp>
        <p:nvSpPr>
          <p:cNvPr id="15" name="مستطيل 14">
            <a:extLst>
              <a:ext uri="{FF2B5EF4-FFF2-40B4-BE49-F238E27FC236}">
                <a16:creationId xmlns:a16="http://schemas.microsoft.com/office/drawing/2014/main" id="{04A3CDE1-F5D1-47C5-B462-56B0F523F0DF}"/>
              </a:ext>
            </a:extLst>
          </p:cNvPr>
          <p:cNvSpPr>
            <a:spLocks noGrp="1"/>
          </p:cNvSpPr>
          <p:nvPr/>
        </p:nvSpPr>
        <p:spPr>
          <a:xfrm>
            <a:off x="8477250" y="4324350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1500" b="0">
                <a:solidFill>
                  <a:srgbClr val="B8C9DA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500" b="0" dirty="0">
                <a:solidFill>
                  <a:srgbClr val="B8C9DA"/>
                </a:solidFill>
                <a:latin typeface="Tahoma"/>
                <a:ea typeface="Tahoma"/>
                <a:cs typeface="Tahoma"/>
              </a:rPr>
              <a:t>حالة واضحة ومسار مراجعة</a:t>
            </a:r>
          </a:p>
        </p:txBody>
      </p:sp>
      <p:sp>
        <p:nvSpPr>
          <p:cNvPr id="16" name="رابط مستقيم 15">
            <a:extLst>
              <a:ext uri="{FF2B5EF4-FFF2-40B4-BE49-F238E27FC236}">
                <a16:creationId xmlns:a16="http://schemas.microsoft.com/office/drawing/2014/main" id="{02E4291A-D0FE-41E3-87CC-69119230B1D6}"/>
              </a:ext>
            </a:extLst>
          </p:cNvPr>
          <p:cNvSpPr>
            <a:spLocks noGrp="1"/>
          </p:cNvSpPr>
          <p:nvPr/>
        </p:nvSpPr>
        <p:spPr>
          <a:xfrm>
            <a:off x="8477250" y="4857750"/>
            <a:ext cx="3143250" cy="0"/>
          </a:xfrm>
          <a:prstGeom prst="line">
            <a:avLst/>
          </a:prstGeom>
          <a:noFill/>
          <a:ln w="28575">
            <a:solidFill>
              <a:srgbClr val="D4A925"/>
            </a:solidFill>
            <a:prstDash val="solid"/>
          </a:ln>
        </p:spPr>
      </p:sp>
      <p:sp>
        <p:nvSpPr>
          <p:cNvPr id="17" name="مستطيل 16">
            <a:extLst>
              <a:ext uri="{FF2B5EF4-FFF2-40B4-BE49-F238E27FC236}">
                <a16:creationId xmlns:a16="http://schemas.microsoft.com/office/drawing/2014/main" id="{35CD5F03-C816-4741-A38D-CC606532EC38}"/>
              </a:ext>
            </a:extLst>
          </p:cNvPr>
          <p:cNvSpPr>
            <a:spLocks noGrp="1"/>
          </p:cNvSpPr>
          <p:nvPr/>
        </p:nvSpPr>
        <p:spPr>
          <a:xfrm>
            <a:off x="3143250" y="5715000"/>
            <a:ext cx="5905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1800" b="1">
                <a:solidFill>
                  <a:srgbClr val="F4E3A5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800" b="1" dirty="0">
                <a:solidFill>
                  <a:srgbClr val="F4E3A5"/>
                </a:solidFill>
                <a:latin typeface="Tahoma"/>
                <a:ea typeface="Tahoma"/>
                <a:cs typeface="Tahoma"/>
              </a:rPr>
              <a:t>قاعدة بيانات محلية تربط كل عنصر بسياقه الفني</a:t>
            </a:r>
          </a:p>
        </p:txBody>
      </p:sp>
      <p:sp>
        <p:nvSpPr>
          <p:cNvPr id="18" name="مستطيل 17">
            <a:extLst>
              <a:ext uri="{FF2B5EF4-FFF2-40B4-BE49-F238E27FC236}">
                <a16:creationId xmlns:a16="http://schemas.microsoft.com/office/drawing/2014/main" id="{02F07627-C8CD-4475-95F6-4FCB7E58EDB6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90487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975" b="1">
                <a:solidFill>
                  <a:srgbClr val="FFFFFF">
                    <a:alpha val="45000"/>
                  </a:srgbClr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FFFFFF">
                    <a:alpha val="45000"/>
                  </a:srgbClr>
                </a:solidFill>
                <a:latin typeface="Tahoma"/>
                <a:ea typeface="Tahoma"/>
                <a:cs typeface="Tahoma"/>
              </a:rPr>
              <a:t>CAL-QR</a:t>
            </a:r>
          </a:p>
        </p:txBody>
      </p:sp>
      <p:sp>
        <p:nvSpPr>
          <p:cNvPr id="19" name="مستطيل 18">
            <a:extLst>
              <a:ext uri="{FF2B5EF4-FFF2-40B4-BE49-F238E27FC236}">
                <a16:creationId xmlns:a16="http://schemas.microsoft.com/office/drawing/2014/main" id="{B75579E1-2DE1-4F44-A8FA-896CED5E6D03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2000"/>
              </a:lnSpc>
              <a:buNone/>
              <a:defRPr sz="975" b="1">
                <a:solidFill>
                  <a:srgbClr val="FFFFFF">
                    <a:alpha val="45000"/>
                  </a:srgbClr>
                </a:solidFill>
                <a:latin typeface="Tahoma"/>
                <a:ea typeface="Tahoma"/>
                <a:cs typeface="Tahoma"/>
              </a:defRPr>
            </a:pPr>
            <a:endParaRPr sz="975" b="1" dirty="0">
              <a:solidFill>
                <a:srgbClr val="FFFFFF">
                  <a:alpha val="45000"/>
                </a:srgbClr>
              </a:solidFill>
              <a:latin typeface="Tahoma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849607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مستطيل 25">
            <a:extLst>
              <a:ext uri="{FF2B5EF4-FFF2-40B4-BE49-F238E27FC236}">
                <a16:creationId xmlns:a16="http://schemas.microsoft.com/office/drawing/2014/main" id="{B90D869C-2DA5-416A-AB42-07C121F99686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75" b="1">
                <a:solidFill>
                  <a:srgbClr val="D4A925"/>
                </a:solidFill>
                <a:latin typeface="Tahoma"/>
                <a:ea typeface="Tahoma"/>
                <a:cs typeface="Tahoma"/>
              </a:defRPr>
            </a:pPr>
            <a:endParaRPr sz="1275" b="1" dirty="0">
              <a:solidFill>
                <a:srgbClr val="D4A925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" name="مستطيل 1">
            <a:extLst>
              <a:ext uri="{FF2B5EF4-FFF2-40B4-BE49-F238E27FC236}">
                <a16:creationId xmlns:a16="http://schemas.microsoft.com/office/drawing/2014/main" id="{0F2CC888-5B37-44DC-887D-1DC3FA74D0F7}"/>
              </a:ext>
            </a:extLst>
          </p:cNvPr>
          <p:cNvSpPr>
            <a:spLocks noGrp="1"/>
          </p:cNvSpPr>
          <p:nvPr/>
        </p:nvSpPr>
        <p:spPr>
          <a:xfrm>
            <a:off x="2476500" y="238125"/>
            <a:ext cx="9144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2000"/>
              </a:lnSpc>
              <a:buNone/>
              <a:defRPr lang="ar-SA" altLang="en-US" sz="3075" b="1">
                <a:solidFill>
                  <a:srgbClr val="061426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3075" b="1" dirty="0">
                <a:solidFill>
                  <a:srgbClr val="061426"/>
                </a:solidFill>
                <a:latin typeface="Tahoma"/>
                <a:ea typeface="Tahoma"/>
                <a:cs typeface="Tahoma"/>
              </a:rPr>
              <a:t>دورة عمل واحدة من التسجيل إلى التحقق</a:t>
            </a:r>
          </a:p>
        </p:txBody>
      </p:sp>
      <p:sp>
        <p:nvSpPr>
          <p:cNvPr id="3" name="رابط مستقيم 2">
            <a:extLst>
              <a:ext uri="{FF2B5EF4-FFF2-40B4-BE49-F238E27FC236}">
                <a16:creationId xmlns:a16="http://schemas.microsoft.com/office/drawing/2014/main" id="{84800C47-479B-425C-8939-37AACD35A663}"/>
              </a:ext>
            </a:extLst>
          </p:cNvPr>
          <p:cNvSpPr>
            <a:spLocks noGrp="1"/>
          </p:cNvSpPr>
          <p:nvPr/>
        </p:nvSpPr>
        <p:spPr>
          <a:xfrm>
            <a:off x="552450" y="895350"/>
            <a:ext cx="11068050" cy="0"/>
          </a:xfrm>
          <a:prstGeom prst="line">
            <a:avLst/>
          </a:prstGeom>
          <a:noFill/>
          <a:ln w="9525">
            <a:solidFill>
              <a:srgbClr val="D9E1E9"/>
            </a:solidFill>
            <a:prstDash val="solid"/>
          </a:ln>
        </p:spPr>
      </p:sp>
      <p:sp>
        <p:nvSpPr>
          <p:cNvPr id="4" name="رابط مستقيم 3">
            <a:extLst>
              <a:ext uri="{FF2B5EF4-FFF2-40B4-BE49-F238E27FC236}">
                <a16:creationId xmlns:a16="http://schemas.microsoft.com/office/drawing/2014/main" id="{3913DB4F-2D83-475B-9073-03C0A304F48D}"/>
              </a:ext>
            </a:extLst>
          </p:cNvPr>
          <p:cNvSpPr>
            <a:spLocks noGrp="1"/>
          </p:cNvSpPr>
          <p:nvPr/>
        </p:nvSpPr>
        <p:spPr>
          <a:xfrm>
            <a:off x="1118086" y="2982482"/>
            <a:ext cx="10096500" cy="0"/>
          </a:xfrm>
          <a:prstGeom prst="line">
            <a:avLst/>
          </a:prstGeom>
          <a:noFill/>
          <a:ln w="66675">
            <a:solidFill>
              <a:srgbClr val="D4A925"/>
            </a:solidFill>
            <a:prstDash val="solid"/>
          </a:ln>
        </p:spPr>
      </p:sp>
      <p:sp>
        <p:nvSpPr>
          <p:cNvPr id="5" name="مستطيل: زوايا مستديرة 4">
            <a:extLst>
              <a:ext uri="{FF2B5EF4-FFF2-40B4-BE49-F238E27FC236}">
                <a16:creationId xmlns:a16="http://schemas.microsoft.com/office/drawing/2014/main" id="{A476C052-09A6-44BA-8F62-6133603193C6}"/>
              </a:ext>
            </a:extLst>
          </p:cNvPr>
          <p:cNvSpPr>
            <a:spLocks noGrp="1"/>
          </p:cNvSpPr>
          <p:nvPr/>
        </p:nvSpPr>
        <p:spPr>
          <a:xfrm>
            <a:off x="10696575" y="2543175"/>
            <a:ext cx="819150" cy="819150"/>
          </a:xfrm>
          <a:prstGeom prst="roundRect">
            <a:avLst>
              <a:gd name="adj" fmla="val 50000"/>
            </a:avLst>
          </a:prstGeom>
          <a:solidFill>
            <a:srgbClr val="0614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مستطيل 5">
            <a:extLst>
              <a:ext uri="{FF2B5EF4-FFF2-40B4-BE49-F238E27FC236}">
                <a16:creationId xmlns:a16="http://schemas.microsoft.com/office/drawing/2014/main" id="{A2A9C5D6-8E07-4DDE-B0C3-B213F9D1952F}"/>
              </a:ext>
            </a:extLst>
          </p:cNvPr>
          <p:cNvSpPr>
            <a:spLocks noGrp="1"/>
          </p:cNvSpPr>
          <p:nvPr/>
        </p:nvSpPr>
        <p:spPr>
          <a:xfrm>
            <a:off x="10696575" y="2543175"/>
            <a:ext cx="81915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8731BA45-CD26-4287-BDBF-FFEC635A36D6}"/>
              </a:ext>
            </a:extLst>
          </p:cNvPr>
          <p:cNvSpPr>
            <a:spLocks noGrp="1"/>
          </p:cNvSpPr>
          <p:nvPr/>
        </p:nvSpPr>
        <p:spPr>
          <a:xfrm>
            <a:off x="10144125" y="3638550"/>
            <a:ext cx="18859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1725" b="1">
                <a:solidFill>
                  <a:srgbClr val="061426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725" b="1" dirty="0">
                <a:solidFill>
                  <a:srgbClr val="061426"/>
                </a:solidFill>
                <a:latin typeface="Tahoma"/>
                <a:ea typeface="Tahoma"/>
                <a:cs typeface="Tahoma"/>
              </a:rPr>
              <a:t>تعريف الجهاز</a:t>
            </a:r>
          </a:p>
        </p:txBody>
      </p:sp>
      <p:sp>
        <p:nvSpPr>
          <p:cNvPr id="8" name="مستطيل: زوايا مستديرة 7">
            <a:extLst>
              <a:ext uri="{FF2B5EF4-FFF2-40B4-BE49-F238E27FC236}">
                <a16:creationId xmlns:a16="http://schemas.microsoft.com/office/drawing/2014/main" id="{E6560598-3F36-4D33-B2AF-4684102008C2}"/>
              </a:ext>
            </a:extLst>
          </p:cNvPr>
          <p:cNvSpPr>
            <a:spLocks noGrp="1"/>
          </p:cNvSpPr>
          <p:nvPr/>
        </p:nvSpPr>
        <p:spPr>
          <a:xfrm>
            <a:off x="8772525" y="2543175"/>
            <a:ext cx="819150" cy="819150"/>
          </a:xfrm>
          <a:prstGeom prst="roundRect">
            <a:avLst>
              <a:gd name="adj" fmla="val 50000"/>
            </a:avLst>
          </a:prstGeom>
          <a:solidFill>
            <a:srgbClr val="0614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مستطيل 8">
            <a:extLst>
              <a:ext uri="{FF2B5EF4-FFF2-40B4-BE49-F238E27FC236}">
                <a16:creationId xmlns:a16="http://schemas.microsoft.com/office/drawing/2014/main" id="{FD555137-B4ED-4234-B23D-16F88D9646DD}"/>
              </a:ext>
            </a:extLst>
          </p:cNvPr>
          <p:cNvSpPr>
            <a:spLocks noGrp="1"/>
          </p:cNvSpPr>
          <p:nvPr/>
        </p:nvSpPr>
        <p:spPr>
          <a:xfrm>
            <a:off x="8772525" y="2543175"/>
            <a:ext cx="81915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0" name="مستطيل 9">
            <a:extLst>
              <a:ext uri="{FF2B5EF4-FFF2-40B4-BE49-F238E27FC236}">
                <a16:creationId xmlns:a16="http://schemas.microsoft.com/office/drawing/2014/main" id="{C24CD240-9C3B-4435-8AD8-C525976A7A19}"/>
              </a:ext>
            </a:extLst>
          </p:cNvPr>
          <p:cNvSpPr>
            <a:spLocks noGrp="1"/>
          </p:cNvSpPr>
          <p:nvPr/>
        </p:nvSpPr>
        <p:spPr>
          <a:xfrm>
            <a:off x="8220075" y="3638550"/>
            <a:ext cx="18859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1725" b="1">
                <a:solidFill>
                  <a:srgbClr val="061426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725" b="1" dirty="0">
                <a:solidFill>
                  <a:srgbClr val="061426"/>
                </a:solidFill>
                <a:latin typeface="Tahoma"/>
                <a:ea typeface="Tahoma"/>
                <a:cs typeface="Tahoma"/>
              </a:rPr>
              <a:t>إنشاء دورة المعايرة</a:t>
            </a:r>
          </a:p>
        </p:txBody>
      </p:sp>
      <p:sp>
        <p:nvSpPr>
          <p:cNvPr id="11" name="مستطيل: زوايا مستديرة 10">
            <a:extLst>
              <a:ext uri="{FF2B5EF4-FFF2-40B4-BE49-F238E27FC236}">
                <a16:creationId xmlns:a16="http://schemas.microsoft.com/office/drawing/2014/main" id="{BDADEF4C-E846-4285-BD71-40230667F706}"/>
              </a:ext>
            </a:extLst>
          </p:cNvPr>
          <p:cNvSpPr>
            <a:spLocks noGrp="1"/>
          </p:cNvSpPr>
          <p:nvPr/>
        </p:nvSpPr>
        <p:spPr>
          <a:xfrm>
            <a:off x="6848475" y="2543175"/>
            <a:ext cx="819150" cy="819150"/>
          </a:xfrm>
          <a:prstGeom prst="roundRect">
            <a:avLst>
              <a:gd name="adj" fmla="val 50000"/>
            </a:avLst>
          </a:prstGeom>
          <a:solidFill>
            <a:srgbClr val="0614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مستطيل 11">
            <a:extLst>
              <a:ext uri="{FF2B5EF4-FFF2-40B4-BE49-F238E27FC236}">
                <a16:creationId xmlns:a16="http://schemas.microsoft.com/office/drawing/2014/main" id="{A8C72755-1096-4FDD-A1FD-BBE97DA16A41}"/>
              </a:ext>
            </a:extLst>
          </p:cNvPr>
          <p:cNvSpPr>
            <a:spLocks noGrp="1"/>
          </p:cNvSpPr>
          <p:nvPr/>
        </p:nvSpPr>
        <p:spPr>
          <a:xfrm>
            <a:off x="6848475" y="2543175"/>
            <a:ext cx="81915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3" name="مستطيل 12">
            <a:extLst>
              <a:ext uri="{FF2B5EF4-FFF2-40B4-BE49-F238E27FC236}">
                <a16:creationId xmlns:a16="http://schemas.microsoft.com/office/drawing/2014/main" id="{A8A53050-A1DC-44F5-9877-69A6591879F3}"/>
              </a:ext>
            </a:extLst>
          </p:cNvPr>
          <p:cNvSpPr>
            <a:spLocks noGrp="1"/>
          </p:cNvSpPr>
          <p:nvPr/>
        </p:nvSpPr>
        <p:spPr>
          <a:xfrm>
            <a:off x="6296025" y="3638550"/>
            <a:ext cx="18859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1725" b="1">
                <a:solidFill>
                  <a:srgbClr val="061426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725" b="1" dirty="0">
                <a:solidFill>
                  <a:srgbClr val="061426"/>
                </a:solidFill>
                <a:latin typeface="Tahoma"/>
                <a:ea typeface="Tahoma"/>
                <a:cs typeface="Tahoma"/>
              </a:rPr>
              <a:t>تسجيل النتائج</a:t>
            </a:r>
          </a:p>
        </p:txBody>
      </p:sp>
      <p:sp>
        <p:nvSpPr>
          <p:cNvPr id="14" name="مستطيل: زوايا مستديرة 13">
            <a:extLst>
              <a:ext uri="{FF2B5EF4-FFF2-40B4-BE49-F238E27FC236}">
                <a16:creationId xmlns:a16="http://schemas.microsoft.com/office/drawing/2014/main" id="{DA77345E-D0A7-4A46-AEE9-3B189458DE15}"/>
              </a:ext>
            </a:extLst>
          </p:cNvPr>
          <p:cNvSpPr>
            <a:spLocks noGrp="1"/>
          </p:cNvSpPr>
          <p:nvPr/>
        </p:nvSpPr>
        <p:spPr>
          <a:xfrm>
            <a:off x="4924425" y="2543175"/>
            <a:ext cx="819150" cy="819150"/>
          </a:xfrm>
          <a:prstGeom prst="roundRect">
            <a:avLst>
              <a:gd name="adj" fmla="val 50000"/>
            </a:avLst>
          </a:prstGeom>
          <a:solidFill>
            <a:srgbClr val="0614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مستطيل 14">
            <a:extLst>
              <a:ext uri="{FF2B5EF4-FFF2-40B4-BE49-F238E27FC236}">
                <a16:creationId xmlns:a16="http://schemas.microsoft.com/office/drawing/2014/main" id="{EC014F64-3FB1-4520-B74D-51FD3D6038AE}"/>
              </a:ext>
            </a:extLst>
          </p:cNvPr>
          <p:cNvSpPr>
            <a:spLocks noGrp="1"/>
          </p:cNvSpPr>
          <p:nvPr/>
        </p:nvSpPr>
        <p:spPr>
          <a:xfrm>
            <a:off x="4924425" y="2543175"/>
            <a:ext cx="81915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16" name="مستطيل 15">
            <a:extLst>
              <a:ext uri="{FF2B5EF4-FFF2-40B4-BE49-F238E27FC236}">
                <a16:creationId xmlns:a16="http://schemas.microsoft.com/office/drawing/2014/main" id="{7BE2899D-B142-4827-A274-6DB0B0122CB6}"/>
              </a:ext>
            </a:extLst>
          </p:cNvPr>
          <p:cNvSpPr>
            <a:spLocks noGrp="1"/>
          </p:cNvSpPr>
          <p:nvPr/>
        </p:nvSpPr>
        <p:spPr>
          <a:xfrm>
            <a:off x="4371975" y="3638550"/>
            <a:ext cx="18859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1725" b="1">
                <a:solidFill>
                  <a:srgbClr val="061426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725" b="1" dirty="0">
                <a:solidFill>
                  <a:srgbClr val="061426"/>
                </a:solidFill>
                <a:latin typeface="Tahoma"/>
                <a:ea typeface="Tahoma"/>
                <a:cs typeface="Tahoma"/>
              </a:rPr>
              <a:t>مراجعة الشهادة</a:t>
            </a:r>
          </a:p>
        </p:txBody>
      </p:sp>
      <p:sp>
        <p:nvSpPr>
          <p:cNvPr id="17" name="مستطيل: زوايا مستديرة 16">
            <a:extLst>
              <a:ext uri="{FF2B5EF4-FFF2-40B4-BE49-F238E27FC236}">
                <a16:creationId xmlns:a16="http://schemas.microsoft.com/office/drawing/2014/main" id="{EC4E46FD-DDF2-413D-BE67-853CE5E0999D}"/>
              </a:ext>
            </a:extLst>
          </p:cNvPr>
          <p:cNvSpPr>
            <a:spLocks noGrp="1"/>
          </p:cNvSpPr>
          <p:nvPr/>
        </p:nvSpPr>
        <p:spPr>
          <a:xfrm>
            <a:off x="3000375" y="2543175"/>
            <a:ext cx="819150" cy="819150"/>
          </a:xfrm>
          <a:prstGeom prst="roundRect">
            <a:avLst>
              <a:gd name="adj" fmla="val 50000"/>
            </a:avLst>
          </a:prstGeom>
          <a:solidFill>
            <a:srgbClr val="0614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مستطيل 17">
            <a:extLst>
              <a:ext uri="{FF2B5EF4-FFF2-40B4-BE49-F238E27FC236}">
                <a16:creationId xmlns:a16="http://schemas.microsoft.com/office/drawing/2014/main" id="{F6DFF4CD-9081-40EA-9028-0D0FC790C0A0}"/>
              </a:ext>
            </a:extLst>
          </p:cNvPr>
          <p:cNvSpPr>
            <a:spLocks noGrp="1"/>
          </p:cNvSpPr>
          <p:nvPr/>
        </p:nvSpPr>
        <p:spPr>
          <a:xfrm>
            <a:off x="3000375" y="2543175"/>
            <a:ext cx="81915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19" name="مستطيل 18">
            <a:extLst>
              <a:ext uri="{FF2B5EF4-FFF2-40B4-BE49-F238E27FC236}">
                <a16:creationId xmlns:a16="http://schemas.microsoft.com/office/drawing/2014/main" id="{844596B8-653F-4148-96BD-356954017174}"/>
              </a:ext>
            </a:extLst>
          </p:cNvPr>
          <p:cNvSpPr>
            <a:spLocks noGrp="1"/>
          </p:cNvSpPr>
          <p:nvPr/>
        </p:nvSpPr>
        <p:spPr>
          <a:xfrm>
            <a:off x="2447925" y="3638550"/>
            <a:ext cx="18859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1725" b="1">
                <a:solidFill>
                  <a:srgbClr val="061426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725" b="1" dirty="0">
                <a:solidFill>
                  <a:srgbClr val="061426"/>
                </a:solidFill>
                <a:latin typeface="Tahoma"/>
                <a:ea typeface="Tahoma"/>
                <a:cs typeface="Tahoma"/>
              </a:rPr>
              <a:t>الإصدار والطباعة</a:t>
            </a:r>
          </a:p>
        </p:txBody>
      </p:sp>
      <p:sp>
        <p:nvSpPr>
          <p:cNvPr id="20" name="مستطيل: زوايا مستديرة 19">
            <a:extLst>
              <a:ext uri="{FF2B5EF4-FFF2-40B4-BE49-F238E27FC236}">
                <a16:creationId xmlns:a16="http://schemas.microsoft.com/office/drawing/2014/main" id="{67315F1D-9E91-4881-89A2-692524D940B1}"/>
              </a:ext>
            </a:extLst>
          </p:cNvPr>
          <p:cNvSpPr>
            <a:spLocks noGrp="1"/>
          </p:cNvSpPr>
          <p:nvPr/>
        </p:nvSpPr>
        <p:spPr>
          <a:xfrm>
            <a:off x="1076325" y="2543175"/>
            <a:ext cx="819150" cy="819150"/>
          </a:xfrm>
          <a:prstGeom prst="roundRect">
            <a:avLst>
              <a:gd name="adj" fmla="val 50000"/>
            </a:avLst>
          </a:prstGeom>
          <a:solidFill>
            <a:srgbClr val="2BA36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مستطيل 20">
            <a:extLst>
              <a:ext uri="{FF2B5EF4-FFF2-40B4-BE49-F238E27FC236}">
                <a16:creationId xmlns:a16="http://schemas.microsoft.com/office/drawing/2014/main" id="{5EB3EA0C-ABC1-45F0-817B-BA8100B37BB5}"/>
              </a:ext>
            </a:extLst>
          </p:cNvPr>
          <p:cNvSpPr>
            <a:spLocks noGrp="1"/>
          </p:cNvSpPr>
          <p:nvPr/>
        </p:nvSpPr>
        <p:spPr>
          <a:xfrm>
            <a:off x="1076325" y="2543175"/>
            <a:ext cx="81915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sp>
        <p:nvSpPr>
          <p:cNvPr id="22" name="مستطيل 21">
            <a:extLst>
              <a:ext uri="{FF2B5EF4-FFF2-40B4-BE49-F238E27FC236}">
                <a16:creationId xmlns:a16="http://schemas.microsoft.com/office/drawing/2014/main" id="{63FFB64A-75B4-42D9-B631-B8A56D8671D7}"/>
              </a:ext>
            </a:extLst>
          </p:cNvPr>
          <p:cNvSpPr>
            <a:spLocks noGrp="1"/>
          </p:cNvSpPr>
          <p:nvPr/>
        </p:nvSpPr>
        <p:spPr>
          <a:xfrm>
            <a:off x="523875" y="3638550"/>
            <a:ext cx="18859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1725" b="1">
                <a:solidFill>
                  <a:srgbClr val="061426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725" b="1" dirty="0">
                <a:solidFill>
                  <a:srgbClr val="061426"/>
                </a:solidFill>
                <a:latin typeface="Tahoma"/>
                <a:ea typeface="Tahoma"/>
                <a:cs typeface="Tahoma"/>
              </a:rPr>
              <a:t>التحقق والمتابعة</a:t>
            </a:r>
          </a:p>
        </p:txBody>
      </p:sp>
      <p:sp>
        <p:nvSpPr>
          <p:cNvPr id="23" name="مستطيل 22">
            <a:extLst>
              <a:ext uri="{FF2B5EF4-FFF2-40B4-BE49-F238E27FC236}">
                <a16:creationId xmlns:a16="http://schemas.microsoft.com/office/drawing/2014/main" id="{09DDE6DE-1F1A-4A44-B95E-90697AEE66EC}"/>
              </a:ext>
            </a:extLst>
          </p:cNvPr>
          <p:cNvSpPr>
            <a:spLocks noGrp="1"/>
          </p:cNvSpPr>
          <p:nvPr/>
        </p:nvSpPr>
        <p:spPr>
          <a:xfrm>
            <a:off x="1809750" y="5191125"/>
            <a:ext cx="8572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2025" b="1">
                <a:solidFill>
                  <a:srgbClr val="0C3E73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2025" b="1" dirty="0">
                <a:solidFill>
                  <a:srgbClr val="0C3E73"/>
                </a:solidFill>
                <a:latin typeface="Tahoma"/>
                <a:ea typeface="Tahoma"/>
                <a:cs typeface="Tahoma"/>
              </a:rPr>
              <a:t>الجهاز يحتفظ بتاريخه، وكل معايرة تبقى سجلاً مستقلاً</a:t>
            </a:r>
          </a:p>
        </p:txBody>
      </p:sp>
      <p:sp>
        <p:nvSpPr>
          <p:cNvPr id="24" name="مستطيل 23">
            <a:extLst>
              <a:ext uri="{FF2B5EF4-FFF2-40B4-BE49-F238E27FC236}">
                <a16:creationId xmlns:a16="http://schemas.microsoft.com/office/drawing/2014/main" id="{089EDA91-D0F2-4912-B72B-45B460FE6FAB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90487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975" b="1">
                <a:solidFill>
                  <a:srgbClr val="758397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758397"/>
                </a:solidFill>
                <a:latin typeface="Tahoma"/>
                <a:ea typeface="Tahoma"/>
                <a:cs typeface="Tahoma"/>
              </a:rPr>
              <a:t>CAL-QR</a:t>
            </a:r>
          </a:p>
        </p:txBody>
      </p:sp>
      <p:sp>
        <p:nvSpPr>
          <p:cNvPr id="25" name="مستطيل 24">
            <a:extLst>
              <a:ext uri="{FF2B5EF4-FFF2-40B4-BE49-F238E27FC236}">
                <a16:creationId xmlns:a16="http://schemas.microsoft.com/office/drawing/2014/main" id="{6F8BF486-90CB-4792-9435-2674E8C4CA81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2000"/>
              </a:lnSpc>
              <a:buNone/>
              <a:defRPr sz="975" b="1">
                <a:solidFill>
                  <a:srgbClr val="758397"/>
                </a:solidFill>
                <a:latin typeface="Tahoma"/>
                <a:ea typeface="Tahoma"/>
                <a:cs typeface="Tahoma"/>
              </a:defRPr>
            </a:pPr>
            <a:endParaRPr sz="975" b="1" dirty="0">
              <a:solidFill>
                <a:srgbClr val="758397"/>
              </a:solidFill>
              <a:latin typeface="Tahoma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262826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مستطيل 25">
            <a:extLst>
              <a:ext uri="{FF2B5EF4-FFF2-40B4-BE49-F238E27FC236}">
                <a16:creationId xmlns:a16="http://schemas.microsoft.com/office/drawing/2014/main" id="{69F9A988-3588-4410-B85F-D7B4F6EF1D7C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75" b="1">
                <a:solidFill>
                  <a:srgbClr val="D4A925"/>
                </a:solidFill>
                <a:latin typeface="Tahoma"/>
                <a:ea typeface="Tahoma"/>
                <a:cs typeface="Tahoma"/>
              </a:defRPr>
            </a:pPr>
            <a:endParaRPr sz="1275" b="1" dirty="0">
              <a:solidFill>
                <a:srgbClr val="D4A925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" name="مستطيل 1">
            <a:extLst>
              <a:ext uri="{FF2B5EF4-FFF2-40B4-BE49-F238E27FC236}">
                <a16:creationId xmlns:a16="http://schemas.microsoft.com/office/drawing/2014/main" id="{32AEF5B7-EE59-40AA-B0AF-CBD563EEEDCF}"/>
              </a:ext>
            </a:extLst>
          </p:cNvPr>
          <p:cNvSpPr>
            <a:spLocks noGrp="1"/>
          </p:cNvSpPr>
          <p:nvPr/>
        </p:nvSpPr>
        <p:spPr>
          <a:xfrm>
            <a:off x="2476500" y="238125"/>
            <a:ext cx="9144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2000"/>
              </a:lnSpc>
              <a:buNone/>
              <a:defRPr lang="ar-SA" altLang="en-US" sz="3075" b="1">
                <a:solidFill>
                  <a:srgbClr val="061426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3075" b="1" dirty="0">
                <a:solidFill>
                  <a:srgbClr val="061426"/>
                </a:solidFill>
                <a:latin typeface="Tahoma"/>
                <a:ea typeface="Tahoma"/>
                <a:cs typeface="Tahoma"/>
              </a:rPr>
              <a:t>الشهادة الرقمية نسخة تاريخية مستقلة</a:t>
            </a:r>
          </a:p>
        </p:txBody>
      </p:sp>
      <p:sp>
        <p:nvSpPr>
          <p:cNvPr id="3" name="رابط مستقيم 2">
            <a:extLst>
              <a:ext uri="{FF2B5EF4-FFF2-40B4-BE49-F238E27FC236}">
                <a16:creationId xmlns:a16="http://schemas.microsoft.com/office/drawing/2014/main" id="{206B3A6D-6121-453D-8C48-3B2C5A3FE180}"/>
              </a:ext>
            </a:extLst>
          </p:cNvPr>
          <p:cNvSpPr>
            <a:spLocks noGrp="1"/>
          </p:cNvSpPr>
          <p:nvPr/>
        </p:nvSpPr>
        <p:spPr>
          <a:xfrm>
            <a:off x="552450" y="895350"/>
            <a:ext cx="11068050" cy="0"/>
          </a:xfrm>
          <a:prstGeom prst="line">
            <a:avLst/>
          </a:prstGeom>
          <a:noFill/>
          <a:ln w="9525">
            <a:solidFill>
              <a:srgbClr val="D9E1E9"/>
            </a:solidFill>
            <a:prstDash val="solid"/>
          </a:ln>
        </p:spPr>
      </p:sp>
      <p:sp>
        <p:nvSpPr>
          <p:cNvPr id="4" name="مستطيل: زوايا مستديرة 3">
            <a:extLst>
              <a:ext uri="{FF2B5EF4-FFF2-40B4-BE49-F238E27FC236}">
                <a16:creationId xmlns:a16="http://schemas.microsoft.com/office/drawing/2014/main" id="{28106CB5-F614-4466-A37B-336732296AAF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4762500" cy="4810125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E1E9"/>
            </a:solidFill>
            <a:prstDash val="solid"/>
          </a:ln>
        </p:spPr>
      </p:sp>
      <p:pic>
        <p:nvPicPr>
          <p:cNvPr id="32" name="صورة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07453" y="1381125"/>
            <a:ext cx="2281094" cy="4429125"/>
          </a:xfrm>
          <a:prstGeom prst="rect">
            <a:avLst/>
          </a:prstGeom>
        </p:spPr>
      </p:pic>
      <p:sp>
        <p:nvSpPr>
          <p:cNvPr id="6" name="مستطيل 5">
            <a:extLst>
              <a:ext uri="{FF2B5EF4-FFF2-40B4-BE49-F238E27FC236}">
                <a16:creationId xmlns:a16="http://schemas.microsoft.com/office/drawing/2014/main" id="{B0F265B1-7AD4-49C7-929C-41EEB5C0E53E}"/>
              </a:ext>
            </a:extLst>
          </p:cNvPr>
          <p:cNvSpPr>
            <a:spLocks noGrp="1"/>
          </p:cNvSpPr>
          <p:nvPr/>
        </p:nvSpPr>
        <p:spPr>
          <a:xfrm>
            <a:off x="6191250" y="1333500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2325" b="1">
                <a:solidFill>
                  <a:srgbClr val="0C3E73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2325" b="1" dirty="0">
                <a:solidFill>
                  <a:srgbClr val="0C3E73"/>
                </a:solidFill>
                <a:latin typeface="Tahoma"/>
                <a:ea typeface="Tahoma"/>
                <a:cs typeface="Tahoma"/>
              </a:rPr>
              <a:t>لحظة الإصدار تصبح مرجعاً</a:t>
            </a:r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A988A167-3676-4E80-8F5A-AEE74F64427D}"/>
              </a:ext>
            </a:extLst>
          </p:cNvPr>
          <p:cNvSpPr>
            <a:spLocks noGrp="1"/>
          </p:cNvSpPr>
          <p:nvPr/>
        </p:nvSpPr>
        <p:spPr>
          <a:xfrm>
            <a:off x="10713008" y="2113607"/>
            <a:ext cx="523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D4A92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D4A925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8" name="مستطيل 7">
            <a:extLst>
              <a:ext uri="{FF2B5EF4-FFF2-40B4-BE49-F238E27FC236}">
                <a16:creationId xmlns:a16="http://schemas.microsoft.com/office/drawing/2014/main" id="{A5E6AACF-CB7A-4932-A0D9-4133C9DC2A99}"/>
              </a:ext>
            </a:extLst>
          </p:cNvPr>
          <p:cNvSpPr>
            <a:spLocks noGrp="1"/>
          </p:cNvSpPr>
          <p:nvPr/>
        </p:nvSpPr>
        <p:spPr>
          <a:xfrm>
            <a:off x="6953250" y="2065982"/>
            <a:ext cx="4191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1800" b="1">
                <a:solidFill>
                  <a:srgbClr val="061426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800" b="1" dirty="0">
                <a:solidFill>
                  <a:srgbClr val="061426"/>
                </a:solidFill>
                <a:latin typeface="Tahoma"/>
                <a:ea typeface="Tahoma"/>
                <a:cs typeface="Tahoma"/>
              </a:rPr>
              <a:t>بيانات الجهة والجهاز</a:t>
            </a:r>
          </a:p>
        </p:txBody>
      </p:sp>
      <p:sp>
        <p:nvSpPr>
          <p:cNvPr id="9" name="مستطيل 8">
            <a:extLst>
              <a:ext uri="{FF2B5EF4-FFF2-40B4-BE49-F238E27FC236}">
                <a16:creationId xmlns:a16="http://schemas.microsoft.com/office/drawing/2014/main" id="{D6A8271C-406C-44A9-B6DE-D2918101A64B}"/>
              </a:ext>
            </a:extLst>
          </p:cNvPr>
          <p:cNvSpPr>
            <a:spLocks noGrp="1"/>
          </p:cNvSpPr>
          <p:nvPr/>
        </p:nvSpPr>
        <p:spPr>
          <a:xfrm>
            <a:off x="6953250" y="2466975"/>
            <a:ext cx="4191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1425" b="0">
                <a:solidFill>
                  <a:srgbClr val="758397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425" b="0" dirty="0">
                <a:solidFill>
                  <a:srgbClr val="758397"/>
                </a:solidFill>
                <a:latin typeface="Tahoma"/>
                <a:ea typeface="Tahoma"/>
                <a:cs typeface="Tahoma"/>
              </a:rPr>
              <a:t>تُنسخ داخل الشهادة</a:t>
            </a:r>
          </a:p>
        </p:txBody>
      </p:sp>
      <p:sp>
        <p:nvSpPr>
          <p:cNvPr id="10" name="رابط مستقيم 9">
            <a:extLst>
              <a:ext uri="{FF2B5EF4-FFF2-40B4-BE49-F238E27FC236}">
                <a16:creationId xmlns:a16="http://schemas.microsoft.com/office/drawing/2014/main" id="{555E6CA7-D405-48E9-AD46-02FCC65B3B26}"/>
              </a:ext>
            </a:extLst>
          </p:cNvPr>
          <p:cNvSpPr>
            <a:spLocks noGrp="1"/>
          </p:cNvSpPr>
          <p:nvPr/>
        </p:nvSpPr>
        <p:spPr>
          <a:xfrm>
            <a:off x="6953250" y="2828925"/>
            <a:ext cx="4191000" cy="0"/>
          </a:xfrm>
          <a:prstGeom prst="line">
            <a:avLst/>
          </a:prstGeom>
          <a:noFill/>
          <a:ln w="9525">
            <a:solidFill>
              <a:srgbClr val="D9E1E9"/>
            </a:solidFill>
            <a:prstDash val="solid"/>
          </a:ln>
        </p:spPr>
      </p:sp>
      <p:sp>
        <p:nvSpPr>
          <p:cNvPr id="11" name="مستطيل 10">
            <a:extLst>
              <a:ext uri="{FF2B5EF4-FFF2-40B4-BE49-F238E27FC236}">
                <a16:creationId xmlns:a16="http://schemas.microsoft.com/office/drawing/2014/main" id="{2F26DB95-CD1A-4823-B070-AAA2C95BDA28}"/>
              </a:ext>
            </a:extLst>
          </p:cNvPr>
          <p:cNvSpPr>
            <a:spLocks noGrp="1"/>
          </p:cNvSpPr>
          <p:nvPr/>
        </p:nvSpPr>
        <p:spPr>
          <a:xfrm>
            <a:off x="10713008" y="2951807"/>
            <a:ext cx="523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D4A92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D4A925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2" name="مستطيل 11">
            <a:extLst>
              <a:ext uri="{FF2B5EF4-FFF2-40B4-BE49-F238E27FC236}">
                <a16:creationId xmlns:a16="http://schemas.microsoft.com/office/drawing/2014/main" id="{EDF7F688-E7B1-43BE-A0BA-8C9F198F4F44}"/>
              </a:ext>
            </a:extLst>
          </p:cNvPr>
          <p:cNvSpPr>
            <a:spLocks noGrp="1"/>
          </p:cNvSpPr>
          <p:nvPr/>
        </p:nvSpPr>
        <p:spPr>
          <a:xfrm>
            <a:off x="6953250" y="2933700"/>
            <a:ext cx="4191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1800" b="1">
                <a:solidFill>
                  <a:srgbClr val="061426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800" b="1" dirty="0">
                <a:solidFill>
                  <a:srgbClr val="061426"/>
                </a:solidFill>
                <a:latin typeface="Tahoma"/>
                <a:ea typeface="Tahoma"/>
                <a:cs typeface="Tahoma"/>
              </a:rPr>
              <a:t>النتائج والتتبع الفني</a:t>
            </a:r>
          </a:p>
        </p:txBody>
      </p:sp>
      <p:sp>
        <p:nvSpPr>
          <p:cNvPr id="13" name="مستطيل 12">
            <a:extLst>
              <a:ext uri="{FF2B5EF4-FFF2-40B4-BE49-F238E27FC236}">
                <a16:creationId xmlns:a16="http://schemas.microsoft.com/office/drawing/2014/main" id="{7179D809-2396-4B49-8299-967F1CE6086E}"/>
              </a:ext>
            </a:extLst>
          </p:cNvPr>
          <p:cNvSpPr>
            <a:spLocks noGrp="1"/>
          </p:cNvSpPr>
          <p:nvPr/>
        </p:nvSpPr>
        <p:spPr>
          <a:xfrm>
            <a:off x="6953250" y="3305175"/>
            <a:ext cx="4191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1425" b="0">
                <a:solidFill>
                  <a:srgbClr val="758397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425" b="0" dirty="0">
                <a:solidFill>
                  <a:srgbClr val="758397"/>
                </a:solidFill>
                <a:latin typeface="Tahoma"/>
                <a:ea typeface="Tahoma"/>
                <a:cs typeface="Tahoma"/>
              </a:rPr>
              <a:t>يبقيان مرتبطين بالوثيقة</a:t>
            </a:r>
          </a:p>
        </p:txBody>
      </p:sp>
      <p:sp>
        <p:nvSpPr>
          <p:cNvPr id="14" name="رابط مستقيم 13">
            <a:extLst>
              <a:ext uri="{FF2B5EF4-FFF2-40B4-BE49-F238E27FC236}">
                <a16:creationId xmlns:a16="http://schemas.microsoft.com/office/drawing/2014/main" id="{0143B5B9-D6CA-4B52-9C52-010F270127DB}"/>
              </a:ext>
            </a:extLst>
          </p:cNvPr>
          <p:cNvSpPr>
            <a:spLocks noGrp="1"/>
          </p:cNvSpPr>
          <p:nvPr/>
        </p:nvSpPr>
        <p:spPr>
          <a:xfrm>
            <a:off x="6953250" y="3667125"/>
            <a:ext cx="4191000" cy="0"/>
          </a:xfrm>
          <a:prstGeom prst="line">
            <a:avLst/>
          </a:prstGeom>
          <a:noFill/>
          <a:ln w="9525">
            <a:solidFill>
              <a:srgbClr val="D9E1E9"/>
            </a:solidFill>
            <a:prstDash val="solid"/>
          </a:ln>
        </p:spPr>
      </p:sp>
      <p:sp>
        <p:nvSpPr>
          <p:cNvPr id="15" name="مستطيل 14">
            <a:extLst>
              <a:ext uri="{FF2B5EF4-FFF2-40B4-BE49-F238E27FC236}">
                <a16:creationId xmlns:a16="http://schemas.microsoft.com/office/drawing/2014/main" id="{D7635E08-DF3D-439B-AD23-9B407AD57073}"/>
              </a:ext>
            </a:extLst>
          </p:cNvPr>
          <p:cNvSpPr>
            <a:spLocks noGrp="1"/>
          </p:cNvSpPr>
          <p:nvPr/>
        </p:nvSpPr>
        <p:spPr>
          <a:xfrm>
            <a:off x="10713008" y="3790007"/>
            <a:ext cx="523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D4A92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D4A925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6" name="مستطيل 15">
            <a:extLst>
              <a:ext uri="{FF2B5EF4-FFF2-40B4-BE49-F238E27FC236}">
                <a16:creationId xmlns:a16="http://schemas.microsoft.com/office/drawing/2014/main" id="{6F2E683F-EFAA-49F5-9EDA-FF18CD7CCD79}"/>
              </a:ext>
            </a:extLst>
          </p:cNvPr>
          <p:cNvSpPr>
            <a:spLocks noGrp="1"/>
          </p:cNvSpPr>
          <p:nvPr/>
        </p:nvSpPr>
        <p:spPr>
          <a:xfrm>
            <a:off x="6953250" y="3771900"/>
            <a:ext cx="4191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1800" b="1">
                <a:solidFill>
                  <a:srgbClr val="061426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800" b="1" dirty="0">
                <a:solidFill>
                  <a:srgbClr val="061426"/>
                </a:solidFill>
                <a:latin typeface="Tahoma"/>
                <a:ea typeface="Tahoma"/>
                <a:cs typeface="Tahoma"/>
              </a:rPr>
              <a:t>رمز تحقق وتوقيع</a:t>
            </a:r>
          </a:p>
        </p:txBody>
      </p:sp>
      <p:sp>
        <p:nvSpPr>
          <p:cNvPr id="17" name="مستطيل 16">
            <a:extLst>
              <a:ext uri="{FF2B5EF4-FFF2-40B4-BE49-F238E27FC236}">
                <a16:creationId xmlns:a16="http://schemas.microsoft.com/office/drawing/2014/main" id="{34F3C31B-CAC0-4629-A4AC-0E47C8CB15C4}"/>
              </a:ext>
            </a:extLst>
          </p:cNvPr>
          <p:cNvSpPr>
            <a:spLocks noGrp="1"/>
          </p:cNvSpPr>
          <p:nvPr/>
        </p:nvSpPr>
        <p:spPr>
          <a:xfrm>
            <a:off x="6953250" y="4143375"/>
            <a:ext cx="4191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1425" b="0">
                <a:solidFill>
                  <a:srgbClr val="758397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425" b="0" dirty="0">
                <a:solidFill>
                  <a:srgbClr val="758397"/>
                </a:solidFill>
                <a:latin typeface="Tahoma"/>
                <a:ea typeface="Tahoma"/>
                <a:cs typeface="Tahoma"/>
              </a:rPr>
              <a:t>يكشفان اختلاف البيانات</a:t>
            </a:r>
          </a:p>
        </p:txBody>
      </p:sp>
      <p:sp>
        <p:nvSpPr>
          <p:cNvPr id="18" name="رابط مستقيم 17">
            <a:extLst>
              <a:ext uri="{FF2B5EF4-FFF2-40B4-BE49-F238E27FC236}">
                <a16:creationId xmlns:a16="http://schemas.microsoft.com/office/drawing/2014/main" id="{B66799D6-6185-4081-8F61-3121BC8E1FDF}"/>
              </a:ext>
            </a:extLst>
          </p:cNvPr>
          <p:cNvSpPr>
            <a:spLocks noGrp="1"/>
          </p:cNvSpPr>
          <p:nvPr/>
        </p:nvSpPr>
        <p:spPr>
          <a:xfrm>
            <a:off x="6953250" y="4505325"/>
            <a:ext cx="4191000" cy="0"/>
          </a:xfrm>
          <a:prstGeom prst="line">
            <a:avLst/>
          </a:prstGeom>
          <a:noFill/>
          <a:ln w="9525">
            <a:solidFill>
              <a:srgbClr val="D9E1E9"/>
            </a:solidFill>
            <a:prstDash val="solid"/>
          </a:ln>
        </p:spPr>
      </p:sp>
      <p:sp>
        <p:nvSpPr>
          <p:cNvPr id="19" name="مستطيل 18">
            <a:extLst>
              <a:ext uri="{FF2B5EF4-FFF2-40B4-BE49-F238E27FC236}">
                <a16:creationId xmlns:a16="http://schemas.microsoft.com/office/drawing/2014/main" id="{EDD63367-C89B-42B7-B186-BFDE4A4A71C1}"/>
              </a:ext>
            </a:extLst>
          </p:cNvPr>
          <p:cNvSpPr>
            <a:spLocks noGrp="1"/>
          </p:cNvSpPr>
          <p:nvPr/>
        </p:nvSpPr>
        <p:spPr>
          <a:xfrm>
            <a:off x="10713008" y="4628207"/>
            <a:ext cx="523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D4A92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D4A925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20" name="مستطيل 19">
            <a:extLst>
              <a:ext uri="{FF2B5EF4-FFF2-40B4-BE49-F238E27FC236}">
                <a16:creationId xmlns:a16="http://schemas.microsoft.com/office/drawing/2014/main" id="{256AE0B4-688C-4EB8-B79D-F9B83A8DEA0E}"/>
              </a:ext>
            </a:extLst>
          </p:cNvPr>
          <p:cNvSpPr>
            <a:spLocks noGrp="1"/>
          </p:cNvSpPr>
          <p:nvPr/>
        </p:nvSpPr>
        <p:spPr>
          <a:xfrm>
            <a:off x="6953250" y="4610100"/>
            <a:ext cx="4191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1800" b="1">
                <a:solidFill>
                  <a:srgbClr val="061426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800" b="1" dirty="0">
                <a:solidFill>
                  <a:srgbClr val="061426"/>
                </a:solidFill>
                <a:latin typeface="Tahoma"/>
                <a:ea typeface="Tahoma"/>
                <a:cs typeface="Tahoma"/>
              </a:rPr>
              <a:t>حالة الوثيقة</a:t>
            </a:r>
          </a:p>
        </p:txBody>
      </p:sp>
      <p:sp>
        <p:nvSpPr>
          <p:cNvPr id="21" name="مستطيل 20">
            <a:extLst>
              <a:ext uri="{FF2B5EF4-FFF2-40B4-BE49-F238E27FC236}">
                <a16:creationId xmlns:a16="http://schemas.microsoft.com/office/drawing/2014/main" id="{7C60E508-25D7-474B-A381-37390584175E}"/>
              </a:ext>
            </a:extLst>
          </p:cNvPr>
          <p:cNvSpPr>
            <a:spLocks noGrp="1"/>
          </p:cNvSpPr>
          <p:nvPr/>
        </p:nvSpPr>
        <p:spPr>
          <a:xfrm>
            <a:off x="6953250" y="4981575"/>
            <a:ext cx="4191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1425" b="0">
                <a:solidFill>
                  <a:srgbClr val="758397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425" b="0" dirty="0">
                <a:solidFill>
                  <a:srgbClr val="758397"/>
                </a:solidFill>
                <a:latin typeface="Tahoma"/>
                <a:ea typeface="Tahoma"/>
                <a:cs typeface="Tahoma"/>
              </a:rPr>
              <a:t>تظهر عند التحقق من السجل</a:t>
            </a:r>
          </a:p>
        </p:txBody>
      </p:sp>
      <p:sp>
        <p:nvSpPr>
          <p:cNvPr id="22" name="رابط مستقيم 21">
            <a:extLst>
              <a:ext uri="{FF2B5EF4-FFF2-40B4-BE49-F238E27FC236}">
                <a16:creationId xmlns:a16="http://schemas.microsoft.com/office/drawing/2014/main" id="{3F83D531-2B0B-4120-B96F-02A745F52544}"/>
              </a:ext>
            </a:extLst>
          </p:cNvPr>
          <p:cNvSpPr>
            <a:spLocks noGrp="1"/>
          </p:cNvSpPr>
          <p:nvPr/>
        </p:nvSpPr>
        <p:spPr>
          <a:xfrm>
            <a:off x="6953250" y="5343525"/>
            <a:ext cx="4191000" cy="0"/>
          </a:xfrm>
          <a:prstGeom prst="line">
            <a:avLst/>
          </a:prstGeom>
          <a:noFill/>
          <a:ln w="9525">
            <a:solidFill>
              <a:srgbClr val="D9E1E9"/>
            </a:solidFill>
            <a:prstDash val="solid"/>
          </a:ln>
        </p:spPr>
      </p:sp>
      <p:sp>
        <p:nvSpPr>
          <p:cNvPr id="23" name="مستطيل 22">
            <a:extLst>
              <a:ext uri="{FF2B5EF4-FFF2-40B4-BE49-F238E27FC236}">
                <a16:creationId xmlns:a16="http://schemas.microsoft.com/office/drawing/2014/main" id="{DC0301FC-3E13-4061-9F6F-D21D2AABBBD4}"/>
              </a:ext>
            </a:extLst>
          </p:cNvPr>
          <p:cNvSpPr>
            <a:spLocks noGrp="1"/>
          </p:cNvSpPr>
          <p:nvPr/>
        </p:nvSpPr>
        <p:spPr>
          <a:xfrm>
            <a:off x="6191250" y="5572125"/>
            <a:ext cx="4953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1500" b="1">
                <a:solidFill>
                  <a:srgbClr val="D94A46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500" b="1" dirty="0">
                <a:solidFill>
                  <a:srgbClr val="D94A46"/>
                </a:solidFill>
                <a:latin typeface="Tahoma"/>
                <a:ea typeface="Tahoma"/>
                <a:cs typeface="Tahoma"/>
              </a:rPr>
              <a:t>أي تعديل لاحق لا يعيد كتابة الشهادة الصادرة</a:t>
            </a:r>
          </a:p>
        </p:txBody>
      </p:sp>
      <p:sp>
        <p:nvSpPr>
          <p:cNvPr id="24" name="مستطيل 23">
            <a:extLst>
              <a:ext uri="{FF2B5EF4-FFF2-40B4-BE49-F238E27FC236}">
                <a16:creationId xmlns:a16="http://schemas.microsoft.com/office/drawing/2014/main" id="{A949DF8A-3649-4F79-8087-7324A8217223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90487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975" b="1">
                <a:solidFill>
                  <a:srgbClr val="758397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758397"/>
                </a:solidFill>
                <a:latin typeface="Tahoma"/>
                <a:ea typeface="Tahoma"/>
                <a:cs typeface="Tahoma"/>
              </a:rPr>
              <a:t>CAL-QR</a:t>
            </a:r>
          </a:p>
        </p:txBody>
      </p:sp>
      <p:sp>
        <p:nvSpPr>
          <p:cNvPr id="25" name="مستطيل 24">
            <a:extLst>
              <a:ext uri="{FF2B5EF4-FFF2-40B4-BE49-F238E27FC236}">
                <a16:creationId xmlns:a16="http://schemas.microsoft.com/office/drawing/2014/main" id="{6315A59E-C1E2-4086-AA4A-DB20546D2194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2000"/>
              </a:lnSpc>
              <a:buNone/>
              <a:defRPr sz="975" b="1">
                <a:solidFill>
                  <a:srgbClr val="758397"/>
                </a:solidFill>
                <a:latin typeface="Tahoma"/>
                <a:ea typeface="Tahoma"/>
                <a:cs typeface="Tahoma"/>
              </a:defRPr>
            </a:pPr>
            <a:endParaRPr sz="975" b="1" dirty="0">
              <a:solidFill>
                <a:srgbClr val="758397"/>
              </a:solidFill>
              <a:latin typeface="Tahoma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719745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صورة 1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مستطيل 1">
            <a:extLst>
              <a:ext uri="{FF2B5EF4-FFF2-40B4-BE49-F238E27FC236}">
                <a16:creationId xmlns:a16="http://schemas.microsoft.com/office/drawing/2014/main" id="{2D54041D-0F88-4517-B991-65C36FB30C62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6096000" cy="6858000"/>
          </a:xfrm>
          <a:prstGeom prst="rect">
            <a:avLst/>
          </a:prstGeom>
          <a:gradFill>
            <a:gsLst>
              <a:gs pos="0">
                <a:srgbClr val="071D36">
                  <a:alpha val="25000"/>
                </a:srgbClr>
              </a:gs>
              <a:gs pos="28000">
                <a:srgbClr val="071D36">
                  <a:alpha val="88000"/>
                </a:srgbClr>
              </a:gs>
              <a:gs pos="100000">
                <a:srgbClr val="061426">
                  <a:alpha val="100000"/>
                </a:srgbClr>
              </a:gs>
            </a:gsLst>
            <a:lin ang="0"/>
          </a:gradFill>
          <a:ln w="0">
            <a:noFill/>
          </a:ln>
        </p:spPr>
      </p:sp>
      <p:sp>
        <p:nvSpPr>
          <p:cNvPr id="3" name="مستطيل 2">
            <a:extLst>
              <a:ext uri="{FF2B5EF4-FFF2-40B4-BE49-F238E27FC236}">
                <a16:creationId xmlns:a16="http://schemas.microsoft.com/office/drawing/2014/main" id="{E1CCFD9C-BDC5-46CA-8403-D3ACE59CE40F}"/>
              </a:ext>
            </a:extLst>
          </p:cNvPr>
          <p:cNvSpPr>
            <a:spLocks noGrp="1"/>
          </p:cNvSpPr>
          <p:nvPr/>
        </p:nvSpPr>
        <p:spPr>
          <a:xfrm>
            <a:off x="11239500" y="38100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2000"/>
              </a:lnSpc>
              <a:buNone/>
              <a:defRPr sz="1275" b="1">
                <a:solidFill>
                  <a:srgbClr val="F4E3A5"/>
                </a:solidFill>
                <a:latin typeface="Tahoma"/>
                <a:ea typeface="Tahoma"/>
                <a:cs typeface="Tahoma"/>
              </a:defRPr>
            </a:pPr>
            <a:endParaRPr sz="1275" b="1" dirty="0">
              <a:solidFill>
                <a:srgbClr val="F4E3A5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4" name="مستطيل 3">
            <a:extLst>
              <a:ext uri="{FF2B5EF4-FFF2-40B4-BE49-F238E27FC236}">
                <a16:creationId xmlns:a16="http://schemas.microsoft.com/office/drawing/2014/main" id="{3A640C86-15BD-40D6-98D0-3615A61A7DB2}"/>
              </a:ext>
            </a:extLst>
          </p:cNvPr>
          <p:cNvSpPr>
            <a:spLocks noGrp="1"/>
          </p:cNvSpPr>
          <p:nvPr/>
        </p:nvSpPr>
        <p:spPr>
          <a:xfrm>
            <a:off x="7239000" y="1000125"/>
            <a:ext cx="4000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8411"/>
          </a:bodyPr>
          <a:lstStyle/>
          <a:p>
            <a:pPr algn="r">
              <a:lnSpc>
                <a:spcPct val="102000"/>
              </a:lnSpc>
              <a:buNone/>
              <a:defRPr lang="ar-SA" altLang="en-US" sz="33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330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التحقق الميداني</a:t>
            </a:r>
          </a:p>
          <a:p>
            <a:pPr algn="r">
              <a:lnSpc>
                <a:spcPct val="102000"/>
              </a:lnSpc>
              <a:buNone/>
              <a:defRPr lang="ar-SA" altLang="en-US" sz="33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330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في ثوانٍ</a:t>
            </a:r>
          </a:p>
        </p:txBody>
      </p:sp>
      <p:sp>
        <p:nvSpPr>
          <p:cNvPr id="5" name="رابط مستقيم 4">
            <a:extLst>
              <a:ext uri="{FF2B5EF4-FFF2-40B4-BE49-F238E27FC236}">
                <a16:creationId xmlns:a16="http://schemas.microsoft.com/office/drawing/2014/main" id="{6C014AAB-7422-4B75-8118-14ECAB1054EE}"/>
              </a:ext>
            </a:extLst>
          </p:cNvPr>
          <p:cNvSpPr>
            <a:spLocks noGrp="1"/>
          </p:cNvSpPr>
          <p:nvPr/>
        </p:nvSpPr>
        <p:spPr>
          <a:xfrm>
            <a:off x="8382000" y="2266950"/>
            <a:ext cx="2857500" cy="0"/>
          </a:xfrm>
          <a:prstGeom prst="line">
            <a:avLst/>
          </a:prstGeom>
          <a:noFill/>
          <a:ln w="38100">
            <a:solidFill>
              <a:srgbClr val="D4A925"/>
            </a:solidFill>
            <a:prstDash val="solid"/>
          </a:ln>
        </p:spPr>
      </p:sp>
      <p:sp>
        <p:nvSpPr>
          <p:cNvPr id="6" name="مستطيل: زوايا مستديرة 5">
            <a:extLst>
              <a:ext uri="{FF2B5EF4-FFF2-40B4-BE49-F238E27FC236}">
                <a16:creationId xmlns:a16="http://schemas.microsoft.com/office/drawing/2014/main" id="{066538A7-F60F-464F-9106-7BD8147A26ED}"/>
              </a:ext>
            </a:extLst>
          </p:cNvPr>
          <p:cNvSpPr>
            <a:spLocks noGrp="1"/>
          </p:cNvSpPr>
          <p:nvPr/>
        </p:nvSpPr>
        <p:spPr>
          <a:xfrm>
            <a:off x="10763250" y="271462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D4A925"/>
          </a:solidFill>
          <a:ln w="0">
            <a:noFill/>
          </a:ln>
        </p:spPr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AD71E31A-044E-4769-B1CD-1F0AD247A683}"/>
              </a:ext>
            </a:extLst>
          </p:cNvPr>
          <p:cNvSpPr>
            <a:spLocks noGrp="1"/>
          </p:cNvSpPr>
          <p:nvPr/>
        </p:nvSpPr>
        <p:spPr>
          <a:xfrm>
            <a:off x="10763250" y="2714625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75" b="1">
                <a:solidFill>
                  <a:srgbClr val="061426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061426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8" name="مستطيل 7">
            <a:extLst>
              <a:ext uri="{FF2B5EF4-FFF2-40B4-BE49-F238E27FC236}">
                <a16:creationId xmlns:a16="http://schemas.microsoft.com/office/drawing/2014/main" id="{253BCAE3-DA79-4EFD-A834-15D003AE4F0C}"/>
              </a:ext>
            </a:extLst>
          </p:cNvPr>
          <p:cNvSpPr>
            <a:spLocks noGrp="1"/>
          </p:cNvSpPr>
          <p:nvPr/>
        </p:nvSpPr>
        <p:spPr>
          <a:xfrm>
            <a:off x="8191500" y="2667000"/>
            <a:ext cx="2286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2000"/>
              </a:lnSpc>
              <a:buNone/>
              <a:defRPr lang="ar-SA" altLang="en-US"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725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هوية الشهادة</a:t>
            </a:r>
          </a:p>
        </p:txBody>
      </p:sp>
      <p:sp>
        <p:nvSpPr>
          <p:cNvPr id="9" name="مستطيل 8">
            <a:extLst>
              <a:ext uri="{FF2B5EF4-FFF2-40B4-BE49-F238E27FC236}">
                <a16:creationId xmlns:a16="http://schemas.microsoft.com/office/drawing/2014/main" id="{6056BF62-8479-4186-8DDA-AF5ED6BFF961}"/>
              </a:ext>
            </a:extLst>
          </p:cNvPr>
          <p:cNvSpPr>
            <a:spLocks noGrp="1"/>
          </p:cNvSpPr>
          <p:nvPr/>
        </p:nvSpPr>
        <p:spPr>
          <a:xfrm>
            <a:off x="7239000" y="2990850"/>
            <a:ext cx="323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2000"/>
              </a:lnSpc>
              <a:buNone/>
              <a:defRPr lang="ar-SA" altLang="en-US" sz="1350" b="0">
                <a:solidFill>
                  <a:srgbClr val="C5D5E5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350" b="0" dirty="0">
                <a:solidFill>
                  <a:srgbClr val="C5D5E5"/>
                </a:solidFill>
                <a:latin typeface="Tahoma"/>
                <a:ea typeface="Tahoma"/>
                <a:cs typeface="Tahoma"/>
              </a:rPr>
              <a:t>رقم الشهادة ورمز التحقق</a:t>
            </a:r>
          </a:p>
        </p:txBody>
      </p:sp>
      <p:sp>
        <p:nvSpPr>
          <p:cNvPr id="10" name="مستطيل: زوايا مستديرة 9">
            <a:extLst>
              <a:ext uri="{FF2B5EF4-FFF2-40B4-BE49-F238E27FC236}">
                <a16:creationId xmlns:a16="http://schemas.microsoft.com/office/drawing/2014/main" id="{931C8481-4267-4741-A63D-6402DCC46531}"/>
              </a:ext>
            </a:extLst>
          </p:cNvPr>
          <p:cNvSpPr>
            <a:spLocks noGrp="1"/>
          </p:cNvSpPr>
          <p:nvPr/>
        </p:nvSpPr>
        <p:spPr>
          <a:xfrm>
            <a:off x="10763250" y="361950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D4A925"/>
          </a:solidFill>
          <a:ln w="0">
            <a:noFill/>
          </a:ln>
        </p:spPr>
        <p:txBody>
          <a:bodyPr/>
          <a:lstStyle/>
          <a:p>
            <a:endParaRPr lang="ar-SA" dirty="0"/>
          </a:p>
        </p:txBody>
      </p:sp>
      <p:sp>
        <p:nvSpPr>
          <p:cNvPr id="11" name="مستطيل 10">
            <a:extLst>
              <a:ext uri="{FF2B5EF4-FFF2-40B4-BE49-F238E27FC236}">
                <a16:creationId xmlns:a16="http://schemas.microsoft.com/office/drawing/2014/main" id="{14017729-19D8-4A8E-9859-CA9EBDBDCAC6}"/>
              </a:ext>
            </a:extLst>
          </p:cNvPr>
          <p:cNvSpPr>
            <a:spLocks noGrp="1"/>
          </p:cNvSpPr>
          <p:nvPr/>
        </p:nvSpPr>
        <p:spPr>
          <a:xfrm>
            <a:off x="10763250" y="3619500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75" b="1">
                <a:solidFill>
                  <a:srgbClr val="061426"/>
                </a:solidFill>
                <a:latin typeface="Tahoma"/>
                <a:ea typeface="Tahoma"/>
                <a:cs typeface="Tahoma"/>
              </a:defRPr>
            </a:pPr>
            <a:r>
              <a:rPr sz="1275" b="1" dirty="0">
                <a:solidFill>
                  <a:srgbClr val="061426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2" name="مستطيل 11">
            <a:extLst>
              <a:ext uri="{FF2B5EF4-FFF2-40B4-BE49-F238E27FC236}">
                <a16:creationId xmlns:a16="http://schemas.microsoft.com/office/drawing/2014/main" id="{B7AEF341-08A7-49F8-9F1D-E120445D0814}"/>
              </a:ext>
            </a:extLst>
          </p:cNvPr>
          <p:cNvSpPr>
            <a:spLocks noGrp="1"/>
          </p:cNvSpPr>
          <p:nvPr/>
        </p:nvSpPr>
        <p:spPr>
          <a:xfrm>
            <a:off x="8191500" y="3571875"/>
            <a:ext cx="2286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2000"/>
              </a:lnSpc>
              <a:buNone/>
              <a:defRPr lang="ar-SA" altLang="en-US"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725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سلامة البيانات</a:t>
            </a:r>
          </a:p>
        </p:txBody>
      </p:sp>
      <p:sp>
        <p:nvSpPr>
          <p:cNvPr id="13" name="مستطيل 12">
            <a:extLst>
              <a:ext uri="{FF2B5EF4-FFF2-40B4-BE49-F238E27FC236}">
                <a16:creationId xmlns:a16="http://schemas.microsoft.com/office/drawing/2014/main" id="{4240966A-1307-4ED5-91C6-8D6803F7FAF7}"/>
              </a:ext>
            </a:extLst>
          </p:cNvPr>
          <p:cNvSpPr>
            <a:spLocks noGrp="1"/>
          </p:cNvSpPr>
          <p:nvPr/>
        </p:nvSpPr>
        <p:spPr>
          <a:xfrm>
            <a:off x="7239000" y="3895725"/>
            <a:ext cx="323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2000"/>
              </a:lnSpc>
              <a:buNone/>
              <a:defRPr lang="ar-SA" altLang="en-US" sz="1350" b="0">
                <a:solidFill>
                  <a:srgbClr val="C5D5E5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350" b="0" dirty="0">
                <a:solidFill>
                  <a:srgbClr val="C5D5E5"/>
                </a:solidFill>
                <a:latin typeface="Tahoma"/>
                <a:ea typeface="Tahoma"/>
                <a:cs typeface="Tahoma"/>
              </a:rPr>
              <a:t>التوقيع يطابق السجل</a:t>
            </a:r>
          </a:p>
        </p:txBody>
      </p:sp>
      <p:sp>
        <p:nvSpPr>
          <p:cNvPr id="15" name="مستطيل 14">
            <a:extLst>
              <a:ext uri="{FF2B5EF4-FFF2-40B4-BE49-F238E27FC236}">
                <a16:creationId xmlns:a16="http://schemas.microsoft.com/office/drawing/2014/main" id="{FCBA446F-28DD-4F01-979A-D805F51648A4}"/>
              </a:ext>
            </a:extLst>
          </p:cNvPr>
          <p:cNvSpPr>
            <a:spLocks noGrp="1"/>
          </p:cNvSpPr>
          <p:nvPr/>
        </p:nvSpPr>
        <p:spPr>
          <a:xfrm>
            <a:off x="10763250" y="4524375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75" b="1">
                <a:solidFill>
                  <a:srgbClr val="061426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061426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6" name="مستطيل 15">
            <a:extLst>
              <a:ext uri="{FF2B5EF4-FFF2-40B4-BE49-F238E27FC236}">
                <a16:creationId xmlns:a16="http://schemas.microsoft.com/office/drawing/2014/main" id="{7BB2C71B-3F49-49EB-A1E0-9E1FFE1E1590}"/>
              </a:ext>
            </a:extLst>
          </p:cNvPr>
          <p:cNvSpPr>
            <a:spLocks noGrp="1"/>
          </p:cNvSpPr>
          <p:nvPr/>
        </p:nvSpPr>
        <p:spPr>
          <a:xfrm>
            <a:off x="8191500" y="4476750"/>
            <a:ext cx="2286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2000"/>
              </a:lnSpc>
              <a:buNone/>
              <a:defRPr lang="ar-SA" altLang="en-US"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725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الحالة الحالية</a:t>
            </a:r>
          </a:p>
        </p:txBody>
      </p:sp>
      <p:sp>
        <p:nvSpPr>
          <p:cNvPr id="17" name="مستطيل 16">
            <a:extLst>
              <a:ext uri="{FF2B5EF4-FFF2-40B4-BE49-F238E27FC236}">
                <a16:creationId xmlns:a16="http://schemas.microsoft.com/office/drawing/2014/main" id="{80B32358-7B2A-4287-AAD6-546EA9074668}"/>
              </a:ext>
            </a:extLst>
          </p:cNvPr>
          <p:cNvSpPr>
            <a:spLocks noGrp="1"/>
          </p:cNvSpPr>
          <p:nvPr/>
        </p:nvSpPr>
        <p:spPr>
          <a:xfrm>
            <a:off x="7239000" y="4800600"/>
            <a:ext cx="323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2000"/>
              </a:lnSpc>
              <a:buNone/>
              <a:defRPr lang="ar-SA" altLang="en-US" sz="1350" b="0">
                <a:solidFill>
                  <a:srgbClr val="C5D5E5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350" b="0" dirty="0">
                <a:solidFill>
                  <a:srgbClr val="C5D5E5"/>
                </a:solidFill>
                <a:latin typeface="Tahoma"/>
                <a:ea typeface="Tahoma"/>
                <a:cs typeface="Tahoma"/>
              </a:rPr>
              <a:t>سارية أو معدلة أو ملغاة</a:t>
            </a:r>
          </a:p>
        </p:txBody>
      </p:sp>
      <p:sp>
        <p:nvSpPr>
          <p:cNvPr id="18" name="مستطيل 17">
            <a:extLst>
              <a:ext uri="{FF2B5EF4-FFF2-40B4-BE49-F238E27FC236}">
                <a16:creationId xmlns:a16="http://schemas.microsoft.com/office/drawing/2014/main" id="{91E49E8F-698E-41B9-A375-50C77914DBDC}"/>
              </a:ext>
            </a:extLst>
          </p:cNvPr>
          <p:cNvSpPr>
            <a:spLocks noGrp="1"/>
          </p:cNvSpPr>
          <p:nvPr/>
        </p:nvSpPr>
        <p:spPr>
          <a:xfrm>
            <a:off x="7239000" y="5667375"/>
            <a:ext cx="4000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5067"/>
          </a:bodyPr>
          <a:lstStyle/>
          <a:p>
            <a:pPr algn="r">
              <a:lnSpc>
                <a:spcPct val="102000"/>
              </a:lnSpc>
              <a:buNone/>
              <a:defRPr lang="ar-SA" altLang="en-US" sz="1500" b="1">
                <a:solidFill>
                  <a:srgbClr val="F4E3A5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500" b="1" dirty="0">
                <a:solidFill>
                  <a:srgbClr val="F4E3A5"/>
                </a:solidFill>
                <a:latin typeface="Tahoma"/>
                <a:ea typeface="Tahoma"/>
                <a:cs typeface="Tahoma"/>
              </a:rPr>
              <a:t>مسح الرمز يفتح التحقق، والمنظومة تحسم النتيجة</a:t>
            </a:r>
          </a:p>
        </p:txBody>
      </p:sp>
      <p:sp>
        <p:nvSpPr>
          <p:cNvPr id="19" name="مستطيل: زوايا مستديرة 18">
            <a:extLst>
              <a:ext uri="{FF2B5EF4-FFF2-40B4-BE49-F238E27FC236}">
                <a16:creationId xmlns:a16="http://schemas.microsoft.com/office/drawing/2014/main" id="{66813925-31BD-745B-5CEA-DCCACF04A0F7}"/>
              </a:ext>
            </a:extLst>
          </p:cNvPr>
          <p:cNvSpPr>
            <a:spLocks noGrp="1"/>
          </p:cNvSpPr>
          <p:nvPr/>
        </p:nvSpPr>
        <p:spPr>
          <a:xfrm>
            <a:off x="10763250" y="4707548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D4A925"/>
          </a:solidFill>
          <a:ln w="0">
            <a:noFill/>
          </a:ln>
        </p:spPr>
        <p:txBody>
          <a:bodyPr/>
          <a:lstStyle/>
          <a:p>
            <a:pPr algn="ctr"/>
            <a:r>
              <a:rPr lang="ar-LY" dirty="0"/>
              <a:t>3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827521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مستطيل 22">
            <a:extLst>
              <a:ext uri="{FF2B5EF4-FFF2-40B4-BE49-F238E27FC236}">
                <a16:creationId xmlns:a16="http://schemas.microsoft.com/office/drawing/2014/main" id="{2619CE2B-911E-41C7-8405-D2BA7C88DED3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75" b="1">
                <a:solidFill>
                  <a:srgbClr val="F4E3A5"/>
                </a:solidFill>
                <a:latin typeface="Tahoma"/>
                <a:ea typeface="Tahoma"/>
                <a:cs typeface="Tahoma"/>
              </a:defRPr>
            </a:pPr>
            <a:endParaRPr sz="1275" b="1" dirty="0">
              <a:solidFill>
                <a:srgbClr val="F4E3A5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" name="مستطيل 1">
            <a:extLst>
              <a:ext uri="{FF2B5EF4-FFF2-40B4-BE49-F238E27FC236}">
                <a16:creationId xmlns:a16="http://schemas.microsoft.com/office/drawing/2014/main" id="{125B1EF4-36C6-4335-A67B-3603806634DB}"/>
              </a:ext>
            </a:extLst>
          </p:cNvPr>
          <p:cNvSpPr>
            <a:spLocks noGrp="1"/>
          </p:cNvSpPr>
          <p:nvPr/>
        </p:nvSpPr>
        <p:spPr>
          <a:xfrm>
            <a:off x="2476500" y="238125"/>
            <a:ext cx="9144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2000"/>
              </a:lnSpc>
              <a:buNone/>
              <a:defRPr lang="ar-SA" altLang="en-US" sz="30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3075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الثقة مبنية على أربع طبقات</a:t>
            </a:r>
          </a:p>
        </p:txBody>
      </p:sp>
      <p:sp>
        <p:nvSpPr>
          <p:cNvPr id="3" name="رابط مستقيم 2">
            <a:extLst>
              <a:ext uri="{FF2B5EF4-FFF2-40B4-BE49-F238E27FC236}">
                <a16:creationId xmlns:a16="http://schemas.microsoft.com/office/drawing/2014/main" id="{9EA83F4C-2700-48EC-8EBA-02DD06BA2A45}"/>
              </a:ext>
            </a:extLst>
          </p:cNvPr>
          <p:cNvSpPr>
            <a:spLocks noGrp="1"/>
          </p:cNvSpPr>
          <p:nvPr/>
        </p:nvSpPr>
        <p:spPr>
          <a:xfrm>
            <a:off x="552450" y="895350"/>
            <a:ext cx="11068050" cy="0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" name="مستطيل: زوايا مستديرة 3">
            <a:extLst>
              <a:ext uri="{FF2B5EF4-FFF2-40B4-BE49-F238E27FC236}">
                <a16:creationId xmlns:a16="http://schemas.microsoft.com/office/drawing/2014/main" id="{958DADA8-5F42-4865-9EDE-D84C26C6E880}"/>
              </a:ext>
            </a:extLst>
          </p:cNvPr>
          <p:cNvSpPr>
            <a:spLocks noGrp="1"/>
          </p:cNvSpPr>
          <p:nvPr/>
        </p:nvSpPr>
        <p:spPr>
          <a:xfrm>
            <a:off x="1428750" y="4714875"/>
            <a:ext cx="9334500" cy="857250"/>
          </a:xfrm>
          <a:prstGeom prst="roundRect">
            <a:avLst>
              <a:gd name="adj" fmla="val 15556"/>
            </a:avLst>
          </a:prstGeom>
          <a:solidFill>
            <a:srgbClr val="173F68"/>
          </a:solidFill>
          <a:ln w="0">
            <a:noFill/>
          </a:ln>
        </p:spPr>
      </p:sp>
      <p:sp>
        <p:nvSpPr>
          <p:cNvPr id="5" name="مستطيل 4">
            <a:extLst>
              <a:ext uri="{FF2B5EF4-FFF2-40B4-BE49-F238E27FC236}">
                <a16:creationId xmlns:a16="http://schemas.microsoft.com/office/drawing/2014/main" id="{D5818E4A-C662-4358-A95C-C7C69FB0EC7A}"/>
              </a:ext>
            </a:extLst>
          </p:cNvPr>
          <p:cNvSpPr>
            <a:spLocks noGrp="1"/>
          </p:cNvSpPr>
          <p:nvPr/>
        </p:nvSpPr>
        <p:spPr>
          <a:xfrm>
            <a:off x="10098856" y="4846133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425" b="1">
                <a:solidFill>
                  <a:srgbClr val="F4E3A5"/>
                </a:solidFill>
                <a:latin typeface="Tahoma"/>
                <a:ea typeface="Tahoma"/>
                <a:cs typeface="Tahoma"/>
              </a:defRPr>
            </a:pPr>
            <a:r>
              <a:rPr sz="1425" b="1" dirty="0">
                <a:solidFill>
                  <a:srgbClr val="F4E3A5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6" name="مستطيل 5">
            <a:extLst>
              <a:ext uri="{FF2B5EF4-FFF2-40B4-BE49-F238E27FC236}">
                <a16:creationId xmlns:a16="http://schemas.microsoft.com/office/drawing/2014/main" id="{242AC512-1530-43B1-9589-606D9CC71DDE}"/>
              </a:ext>
            </a:extLst>
          </p:cNvPr>
          <p:cNvSpPr>
            <a:spLocks noGrp="1"/>
          </p:cNvSpPr>
          <p:nvPr/>
        </p:nvSpPr>
        <p:spPr>
          <a:xfrm>
            <a:off x="7239000" y="4810125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2000"/>
              </a:lnSpc>
              <a:buNone/>
              <a:defRPr lang="ar-SA" altLang="en-US"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95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الأثر التاريخي</a:t>
            </a:r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031955D0-D0D1-4653-B1CD-1E32D149B74D}"/>
              </a:ext>
            </a:extLst>
          </p:cNvPr>
          <p:cNvSpPr>
            <a:spLocks noGrp="1"/>
          </p:cNvSpPr>
          <p:nvPr/>
        </p:nvSpPr>
        <p:spPr>
          <a:xfrm>
            <a:off x="184639" y="5049088"/>
            <a:ext cx="7524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02000"/>
              </a:lnSpc>
              <a:buNone/>
              <a:defRPr lang="ar-SA" altLang="en-US" sz="1350" b="0">
                <a:solidFill>
                  <a:srgbClr val="D3E2EA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2000" b="0" dirty="0">
                <a:solidFill>
                  <a:srgbClr val="D3E2EA"/>
                </a:solidFill>
                <a:latin typeface="Tahoma"/>
                <a:ea typeface="Tahoma"/>
                <a:cs typeface="Tahoma"/>
              </a:rPr>
              <a:t>سجل العمليات يوضح المستخدم والفعل والوقت</a:t>
            </a:r>
          </a:p>
        </p:txBody>
      </p:sp>
      <p:sp>
        <p:nvSpPr>
          <p:cNvPr id="8" name="مستطيل: زوايا مستديرة 7">
            <a:extLst>
              <a:ext uri="{FF2B5EF4-FFF2-40B4-BE49-F238E27FC236}">
                <a16:creationId xmlns:a16="http://schemas.microsoft.com/office/drawing/2014/main" id="{6BD83083-B707-488D-8783-2B64D1E84272}"/>
              </a:ext>
            </a:extLst>
          </p:cNvPr>
          <p:cNvSpPr>
            <a:spLocks noGrp="1"/>
          </p:cNvSpPr>
          <p:nvPr/>
        </p:nvSpPr>
        <p:spPr>
          <a:xfrm>
            <a:off x="1428750" y="3619500"/>
            <a:ext cx="9334500" cy="857250"/>
          </a:xfrm>
          <a:prstGeom prst="roundRect">
            <a:avLst>
              <a:gd name="adj" fmla="val 15556"/>
            </a:avLst>
          </a:prstGeom>
          <a:solidFill>
            <a:srgbClr val="145A70"/>
          </a:solidFill>
          <a:ln w="0">
            <a:noFill/>
          </a:ln>
        </p:spPr>
      </p:sp>
      <p:sp>
        <p:nvSpPr>
          <p:cNvPr id="9" name="مستطيل 8">
            <a:extLst>
              <a:ext uri="{FF2B5EF4-FFF2-40B4-BE49-F238E27FC236}">
                <a16:creationId xmlns:a16="http://schemas.microsoft.com/office/drawing/2014/main" id="{36848D8E-76C1-4171-8146-76E1D7ADC01C}"/>
              </a:ext>
            </a:extLst>
          </p:cNvPr>
          <p:cNvSpPr>
            <a:spLocks noGrp="1"/>
          </p:cNvSpPr>
          <p:nvPr/>
        </p:nvSpPr>
        <p:spPr>
          <a:xfrm>
            <a:off x="10098856" y="3750758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425" b="1">
                <a:solidFill>
                  <a:srgbClr val="F4E3A5"/>
                </a:solidFill>
                <a:latin typeface="Tahoma"/>
                <a:ea typeface="Tahoma"/>
                <a:cs typeface="Tahoma"/>
              </a:defRPr>
            </a:pPr>
            <a:r>
              <a:rPr sz="1425" b="1" dirty="0">
                <a:solidFill>
                  <a:srgbClr val="F4E3A5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0" name="مستطيل 9">
            <a:extLst>
              <a:ext uri="{FF2B5EF4-FFF2-40B4-BE49-F238E27FC236}">
                <a16:creationId xmlns:a16="http://schemas.microsoft.com/office/drawing/2014/main" id="{A60E1FEF-F7CE-4A9A-8538-74E945996573}"/>
              </a:ext>
            </a:extLst>
          </p:cNvPr>
          <p:cNvSpPr>
            <a:spLocks noGrp="1"/>
          </p:cNvSpPr>
          <p:nvPr/>
        </p:nvSpPr>
        <p:spPr>
          <a:xfrm>
            <a:off x="7152961" y="3708418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2000"/>
              </a:lnSpc>
              <a:buNone/>
              <a:defRPr lang="ar-SA" altLang="en-US"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95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حالة الوثيقة</a:t>
            </a:r>
          </a:p>
        </p:txBody>
      </p:sp>
      <p:sp>
        <p:nvSpPr>
          <p:cNvPr id="11" name="مستطيل 10">
            <a:extLst>
              <a:ext uri="{FF2B5EF4-FFF2-40B4-BE49-F238E27FC236}">
                <a16:creationId xmlns:a16="http://schemas.microsoft.com/office/drawing/2014/main" id="{2506A0D3-399A-42C6-B80B-2A268203D575}"/>
              </a:ext>
            </a:extLst>
          </p:cNvPr>
          <p:cNvSpPr>
            <a:spLocks noGrp="1"/>
          </p:cNvSpPr>
          <p:nvPr/>
        </p:nvSpPr>
        <p:spPr>
          <a:xfrm>
            <a:off x="3053653" y="3888032"/>
            <a:ext cx="4185347" cy="302968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02000"/>
              </a:lnSpc>
              <a:buNone/>
              <a:defRPr lang="ar-SA" altLang="en-US" sz="1350" b="0">
                <a:solidFill>
                  <a:srgbClr val="D3E2EA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2000" b="0" dirty="0">
                <a:solidFill>
                  <a:srgbClr val="D3E2EA"/>
                </a:solidFill>
                <a:latin typeface="Tahoma"/>
                <a:ea typeface="Tahoma"/>
                <a:cs typeface="Tahoma"/>
              </a:rPr>
              <a:t>التحقق يعرض الحالة الحالية للشهادة</a:t>
            </a:r>
          </a:p>
        </p:txBody>
      </p:sp>
      <p:sp>
        <p:nvSpPr>
          <p:cNvPr id="12" name="مستطيل: زوايا مستديرة 11">
            <a:extLst>
              <a:ext uri="{FF2B5EF4-FFF2-40B4-BE49-F238E27FC236}">
                <a16:creationId xmlns:a16="http://schemas.microsoft.com/office/drawing/2014/main" id="{E7025D48-0244-48DB-BE46-CA3C3C0888A9}"/>
              </a:ext>
            </a:extLst>
          </p:cNvPr>
          <p:cNvSpPr>
            <a:spLocks noGrp="1"/>
          </p:cNvSpPr>
          <p:nvPr/>
        </p:nvSpPr>
        <p:spPr>
          <a:xfrm>
            <a:off x="1428750" y="2524125"/>
            <a:ext cx="9334500" cy="857250"/>
          </a:xfrm>
          <a:prstGeom prst="roundRect">
            <a:avLst>
              <a:gd name="adj" fmla="val 15556"/>
            </a:avLst>
          </a:prstGeom>
          <a:solidFill>
            <a:srgbClr val="176F69"/>
          </a:solidFill>
          <a:ln w="0">
            <a:noFill/>
          </a:ln>
        </p:spPr>
      </p:sp>
      <p:sp>
        <p:nvSpPr>
          <p:cNvPr id="13" name="مستطيل 12">
            <a:extLst>
              <a:ext uri="{FF2B5EF4-FFF2-40B4-BE49-F238E27FC236}">
                <a16:creationId xmlns:a16="http://schemas.microsoft.com/office/drawing/2014/main" id="{65707E67-A664-495A-B0F5-79E842CE5EEA}"/>
              </a:ext>
            </a:extLst>
          </p:cNvPr>
          <p:cNvSpPr>
            <a:spLocks noGrp="1"/>
          </p:cNvSpPr>
          <p:nvPr/>
        </p:nvSpPr>
        <p:spPr>
          <a:xfrm>
            <a:off x="10098856" y="2655383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425" b="1">
                <a:solidFill>
                  <a:srgbClr val="F4E3A5"/>
                </a:solidFill>
                <a:latin typeface="Tahoma"/>
                <a:ea typeface="Tahoma"/>
                <a:cs typeface="Tahoma"/>
              </a:defRPr>
            </a:pPr>
            <a:r>
              <a:rPr sz="1425" b="1" dirty="0">
                <a:solidFill>
                  <a:srgbClr val="F4E3A5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4" name="مستطيل 13">
            <a:extLst>
              <a:ext uri="{FF2B5EF4-FFF2-40B4-BE49-F238E27FC236}">
                <a16:creationId xmlns:a16="http://schemas.microsoft.com/office/drawing/2014/main" id="{80BD7F06-2D87-439D-9F18-AAD541A13C4B}"/>
              </a:ext>
            </a:extLst>
          </p:cNvPr>
          <p:cNvSpPr>
            <a:spLocks noGrp="1"/>
          </p:cNvSpPr>
          <p:nvPr/>
        </p:nvSpPr>
        <p:spPr>
          <a:xfrm>
            <a:off x="8150051" y="2634134"/>
            <a:ext cx="2031232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2000"/>
              </a:lnSpc>
              <a:buNone/>
              <a:defRPr lang="ar-SA" altLang="en-US"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95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سلامة المحتوى</a:t>
            </a:r>
          </a:p>
        </p:txBody>
      </p:sp>
      <p:sp>
        <p:nvSpPr>
          <p:cNvPr id="15" name="مستطيل 14">
            <a:extLst>
              <a:ext uri="{FF2B5EF4-FFF2-40B4-BE49-F238E27FC236}">
                <a16:creationId xmlns:a16="http://schemas.microsoft.com/office/drawing/2014/main" id="{74062EC9-B5F3-44D9-8897-FB0867D637CF}"/>
              </a:ext>
            </a:extLst>
          </p:cNvPr>
          <p:cNvSpPr>
            <a:spLocks noGrp="1"/>
          </p:cNvSpPr>
          <p:nvPr/>
        </p:nvSpPr>
        <p:spPr>
          <a:xfrm>
            <a:off x="3483115" y="2876655"/>
            <a:ext cx="3880966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2000"/>
              </a:lnSpc>
              <a:buNone/>
              <a:defRPr lang="ar-SA" altLang="en-US" sz="1350" b="0">
                <a:solidFill>
                  <a:srgbClr val="D3E2EA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2000" dirty="0">
                <a:solidFill>
                  <a:srgbClr val="D3E2EA"/>
                </a:solidFill>
                <a:latin typeface="Tahoma"/>
                <a:ea typeface="Tahoma"/>
                <a:cs typeface="Tahoma"/>
              </a:rPr>
              <a:t>توقيع</a:t>
            </a:r>
            <a:r>
              <a:rPr lang="ar-LY" altLang="en-US" sz="2000" b="0" dirty="0">
                <a:solidFill>
                  <a:srgbClr val="D3E2EA"/>
                </a:solidFill>
                <a:latin typeface="Tahoma"/>
                <a:ea typeface="Tahoma"/>
                <a:cs typeface="Tahoma"/>
              </a:rPr>
              <a:t> HMAC </a:t>
            </a:r>
            <a:r>
              <a:rPr lang="ar-LY" altLang="en-US" sz="2000" dirty="0">
                <a:solidFill>
                  <a:srgbClr val="D3E2EA"/>
                </a:solidFill>
                <a:latin typeface="Tahoma"/>
                <a:ea typeface="Tahoma"/>
                <a:cs typeface="Tahoma"/>
              </a:rPr>
              <a:t>يطابق</a:t>
            </a:r>
            <a:r>
              <a:rPr lang="ar-LY" altLang="en-US" sz="2000" b="0" dirty="0">
                <a:solidFill>
                  <a:srgbClr val="D3E2EA"/>
                </a:solidFill>
                <a:latin typeface="Tahoma"/>
                <a:ea typeface="Tahoma"/>
                <a:cs typeface="Tahoma"/>
              </a:rPr>
              <a:t> </a:t>
            </a:r>
            <a:r>
              <a:rPr lang="ar-LY" altLang="en-US" sz="2000" dirty="0">
                <a:solidFill>
                  <a:srgbClr val="D3E2EA"/>
                </a:solidFill>
                <a:latin typeface="Tahoma"/>
                <a:ea typeface="Tahoma"/>
                <a:cs typeface="Tahoma"/>
              </a:rPr>
              <a:t>بيانات</a:t>
            </a:r>
            <a:r>
              <a:rPr lang="ar-LY" altLang="en-US" sz="2000" b="0" dirty="0">
                <a:solidFill>
                  <a:srgbClr val="D3E2EA"/>
                </a:solidFill>
                <a:latin typeface="Tahoma"/>
                <a:ea typeface="Tahoma"/>
                <a:cs typeface="Tahoma"/>
              </a:rPr>
              <a:t> </a:t>
            </a:r>
            <a:r>
              <a:rPr lang="ar-LY" altLang="en-US" sz="2000" dirty="0">
                <a:solidFill>
                  <a:srgbClr val="D3E2EA"/>
                </a:solidFill>
                <a:latin typeface="Tahoma"/>
                <a:ea typeface="Tahoma"/>
                <a:cs typeface="Tahoma"/>
              </a:rPr>
              <a:t>الشهادة</a:t>
            </a:r>
          </a:p>
        </p:txBody>
      </p:sp>
      <p:sp>
        <p:nvSpPr>
          <p:cNvPr id="16" name="مستطيل: زوايا مستديرة 15">
            <a:extLst>
              <a:ext uri="{FF2B5EF4-FFF2-40B4-BE49-F238E27FC236}">
                <a16:creationId xmlns:a16="http://schemas.microsoft.com/office/drawing/2014/main" id="{C156E3C9-941F-458F-A279-D8C84BC4B2E2}"/>
              </a:ext>
            </a:extLst>
          </p:cNvPr>
          <p:cNvSpPr>
            <a:spLocks noGrp="1"/>
          </p:cNvSpPr>
          <p:nvPr/>
        </p:nvSpPr>
        <p:spPr>
          <a:xfrm>
            <a:off x="1428750" y="1428750"/>
            <a:ext cx="9334500" cy="857250"/>
          </a:xfrm>
          <a:prstGeom prst="roundRect">
            <a:avLst>
              <a:gd name="adj" fmla="val 15556"/>
            </a:avLst>
          </a:prstGeom>
          <a:solidFill>
            <a:srgbClr val="2A8E66"/>
          </a:solidFill>
          <a:ln w="0">
            <a:noFill/>
          </a:ln>
        </p:spPr>
      </p:sp>
      <p:sp>
        <p:nvSpPr>
          <p:cNvPr id="17" name="مستطيل 16">
            <a:extLst>
              <a:ext uri="{FF2B5EF4-FFF2-40B4-BE49-F238E27FC236}">
                <a16:creationId xmlns:a16="http://schemas.microsoft.com/office/drawing/2014/main" id="{CCB633DF-50A1-4C5F-8303-A53323847510}"/>
              </a:ext>
            </a:extLst>
          </p:cNvPr>
          <p:cNvSpPr>
            <a:spLocks noGrp="1"/>
          </p:cNvSpPr>
          <p:nvPr/>
        </p:nvSpPr>
        <p:spPr>
          <a:xfrm>
            <a:off x="10098856" y="1600200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425" b="1">
                <a:solidFill>
                  <a:srgbClr val="F4E3A5"/>
                </a:solidFill>
                <a:latin typeface="Tahoma"/>
                <a:ea typeface="Tahoma"/>
                <a:cs typeface="Tahoma"/>
              </a:defRPr>
            </a:pPr>
            <a:r>
              <a:rPr sz="1425" b="1" dirty="0">
                <a:solidFill>
                  <a:srgbClr val="F4E3A5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18" name="مستطيل 17">
            <a:extLst>
              <a:ext uri="{FF2B5EF4-FFF2-40B4-BE49-F238E27FC236}">
                <a16:creationId xmlns:a16="http://schemas.microsoft.com/office/drawing/2014/main" id="{4C9CFC00-1D07-4A30-8BBC-B2D2D501D5D2}"/>
              </a:ext>
            </a:extLst>
          </p:cNvPr>
          <p:cNvSpPr>
            <a:spLocks noGrp="1"/>
          </p:cNvSpPr>
          <p:nvPr/>
        </p:nvSpPr>
        <p:spPr>
          <a:xfrm>
            <a:off x="8962031" y="1600200"/>
            <a:ext cx="82543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>
              <a:lnSpc>
                <a:spcPct val="102000"/>
              </a:lnSpc>
              <a:buNone/>
              <a:defRPr lang="ar-SA" altLang="en-US"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95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الهوية</a:t>
            </a:r>
          </a:p>
        </p:txBody>
      </p:sp>
      <p:sp>
        <p:nvSpPr>
          <p:cNvPr id="19" name="مستطيل 18">
            <a:extLst>
              <a:ext uri="{FF2B5EF4-FFF2-40B4-BE49-F238E27FC236}">
                <a16:creationId xmlns:a16="http://schemas.microsoft.com/office/drawing/2014/main" id="{64AB8F25-7F30-472C-99C2-CA223F2EC96A}"/>
              </a:ext>
            </a:extLst>
          </p:cNvPr>
          <p:cNvSpPr>
            <a:spLocks noGrp="1"/>
          </p:cNvSpPr>
          <p:nvPr/>
        </p:nvSpPr>
        <p:spPr>
          <a:xfrm>
            <a:off x="2956727" y="1726538"/>
            <a:ext cx="4933741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 rtl="0">
              <a:lnSpc>
                <a:spcPct val="102000"/>
              </a:lnSpc>
              <a:buNone/>
              <a:defRPr lang="ar-SA" altLang="en-US" sz="1350" b="0">
                <a:solidFill>
                  <a:srgbClr val="D3E2EA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2000" b="0" dirty="0">
                <a:solidFill>
                  <a:srgbClr val="D3E2EA"/>
                </a:solidFill>
                <a:latin typeface="Tahoma"/>
                <a:ea typeface="Tahoma"/>
                <a:cs typeface="Tahoma"/>
              </a:rPr>
              <a:t>رقم شهادة ورمز تحقق فريدان</a:t>
            </a:r>
          </a:p>
        </p:txBody>
      </p:sp>
      <p:sp>
        <p:nvSpPr>
          <p:cNvPr id="20" name="مستطيل 19">
            <a:extLst>
              <a:ext uri="{FF2B5EF4-FFF2-40B4-BE49-F238E27FC236}">
                <a16:creationId xmlns:a16="http://schemas.microsoft.com/office/drawing/2014/main" id="{DBF69540-42FB-4C5D-B4A8-6C58A8856617}"/>
              </a:ext>
            </a:extLst>
          </p:cNvPr>
          <p:cNvSpPr>
            <a:spLocks noGrp="1"/>
          </p:cNvSpPr>
          <p:nvPr/>
        </p:nvSpPr>
        <p:spPr>
          <a:xfrm>
            <a:off x="2095500" y="5905500"/>
            <a:ext cx="8001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1725" b="1">
                <a:solidFill>
                  <a:srgbClr val="F4E3A5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725" b="1" dirty="0">
                <a:solidFill>
                  <a:srgbClr val="F4E3A5"/>
                </a:solidFill>
                <a:latin typeface="Tahoma"/>
                <a:ea typeface="Tahoma"/>
                <a:cs typeface="Tahoma"/>
              </a:rPr>
              <a:t>قوة النظام تأتي من ترابط الطبقات، لا من رمز QR وحده</a:t>
            </a:r>
          </a:p>
        </p:txBody>
      </p:sp>
      <p:sp>
        <p:nvSpPr>
          <p:cNvPr id="21" name="مستطيل 20">
            <a:extLst>
              <a:ext uri="{FF2B5EF4-FFF2-40B4-BE49-F238E27FC236}">
                <a16:creationId xmlns:a16="http://schemas.microsoft.com/office/drawing/2014/main" id="{EA685717-0C51-4B80-AC51-799C28A7AE3C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90487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975" b="1">
                <a:solidFill>
                  <a:srgbClr val="FFFFFF">
                    <a:alpha val="45000"/>
                  </a:srgbClr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FFFFFF">
                    <a:alpha val="45000"/>
                  </a:srgbClr>
                </a:solidFill>
                <a:latin typeface="Tahoma"/>
                <a:ea typeface="Tahoma"/>
                <a:cs typeface="Tahoma"/>
              </a:rPr>
              <a:t>CAL-QR</a:t>
            </a:r>
          </a:p>
        </p:txBody>
      </p:sp>
    </p:spTree>
    <p:extLst>
      <p:ext uri="{BB962C8B-B14F-4D97-AF65-F5344CB8AC3E}">
        <p14:creationId xmlns:p14="http://schemas.microsoft.com/office/powerpoint/2010/main" val="1536425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مستطيل 30">
            <a:extLst>
              <a:ext uri="{FF2B5EF4-FFF2-40B4-BE49-F238E27FC236}">
                <a16:creationId xmlns:a16="http://schemas.microsoft.com/office/drawing/2014/main" id="{F4C881DD-170A-4FBD-8E80-AB24CBEDDADD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75" b="1">
                <a:solidFill>
                  <a:srgbClr val="D4A925"/>
                </a:solidFill>
                <a:latin typeface="Tahoma"/>
                <a:ea typeface="Tahoma"/>
                <a:cs typeface="Tahoma"/>
              </a:defRPr>
            </a:pPr>
            <a:endParaRPr sz="1275" b="1" dirty="0">
              <a:solidFill>
                <a:srgbClr val="D4A925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" name="مستطيل 1">
            <a:extLst>
              <a:ext uri="{FF2B5EF4-FFF2-40B4-BE49-F238E27FC236}">
                <a16:creationId xmlns:a16="http://schemas.microsoft.com/office/drawing/2014/main" id="{D73B6D72-8C46-42B7-9F4B-5C7916DE9185}"/>
              </a:ext>
            </a:extLst>
          </p:cNvPr>
          <p:cNvSpPr>
            <a:spLocks noGrp="1"/>
          </p:cNvSpPr>
          <p:nvPr/>
        </p:nvSpPr>
        <p:spPr>
          <a:xfrm>
            <a:off x="2476500" y="238125"/>
            <a:ext cx="9144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2000"/>
              </a:lnSpc>
              <a:buNone/>
              <a:defRPr lang="ar-SA" altLang="en-US" sz="3075" b="1">
                <a:solidFill>
                  <a:srgbClr val="061426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3075" b="1" dirty="0">
                <a:solidFill>
                  <a:srgbClr val="061426"/>
                </a:solidFill>
                <a:latin typeface="Tahoma"/>
                <a:ea typeface="Tahoma"/>
                <a:cs typeface="Tahoma"/>
              </a:rPr>
              <a:t>التشغيل اليومي للمنظومة</a:t>
            </a:r>
          </a:p>
        </p:txBody>
      </p:sp>
      <p:sp>
        <p:nvSpPr>
          <p:cNvPr id="3" name="رابط مستقيم 2">
            <a:extLst>
              <a:ext uri="{FF2B5EF4-FFF2-40B4-BE49-F238E27FC236}">
                <a16:creationId xmlns:a16="http://schemas.microsoft.com/office/drawing/2014/main" id="{4A5DCDAC-4AEB-4F35-BF67-BFBD7D0CACA0}"/>
              </a:ext>
            </a:extLst>
          </p:cNvPr>
          <p:cNvSpPr>
            <a:spLocks noGrp="1"/>
          </p:cNvSpPr>
          <p:nvPr/>
        </p:nvSpPr>
        <p:spPr>
          <a:xfrm>
            <a:off x="552450" y="895350"/>
            <a:ext cx="11068050" cy="0"/>
          </a:xfrm>
          <a:prstGeom prst="line">
            <a:avLst/>
          </a:prstGeom>
          <a:noFill/>
          <a:ln w="9525">
            <a:solidFill>
              <a:srgbClr val="D9E1E9"/>
            </a:solidFill>
            <a:prstDash val="solid"/>
          </a:ln>
        </p:spPr>
      </p:sp>
      <p:sp>
        <p:nvSpPr>
          <p:cNvPr id="4" name="مستطيل 3">
            <a:extLst>
              <a:ext uri="{FF2B5EF4-FFF2-40B4-BE49-F238E27FC236}">
                <a16:creationId xmlns:a16="http://schemas.microsoft.com/office/drawing/2014/main" id="{C6472D49-1FFC-4453-A737-A7C3F49477B1}"/>
              </a:ext>
            </a:extLst>
          </p:cNvPr>
          <p:cNvSpPr>
            <a:spLocks noGrp="1"/>
          </p:cNvSpPr>
          <p:nvPr/>
        </p:nvSpPr>
        <p:spPr>
          <a:xfrm>
            <a:off x="666750" y="1285875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2000"/>
              </a:lnSpc>
              <a:buNone/>
              <a:defRPr lang="ar-SA" altLang="en-US" sz="2325" b="1">
                <a:solidFill>
                  <a:srgbClr val="061426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2325" b="1" dirty="0">
                <a:solidFill>
                  <a:srgbClr val="061426"/>
                </a:solidFill>
                <a:latin typeface="Tahoma"/>
                <a:ea typeface="Tahoma"/>
                <a:cs typeface="Tahoma"/>
              </a:rPr>
              <a:t>ثلاث إشارات تختصر الأولوية</a:t>
            </a:r>
          </a:p>
        </p:txBody>
      </p:sp>
      <p:sp>
        <p:nvSpPr>
          <p:cNvPr id="5" name="مستطيل: زوايا مستديرة 4">
            <a:extLst>
              <a:ext uri="{FF2B5EF4-FFF2-40B4-BE49-F238E27FC236}">
                <a16:creationId xmlns:a16="http://schemas.microsoft.com/office/drawing/2014/main" id="{86CA39F9-E58B-491F-BD58-052E65928CF8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4762500" cy="742950"/>
          </a:xfrm>
          <a:prstGeom prst="roundRect">
            <a:avLst>
              <a:gd name="adj" fmla="val 15385"/>
            </a:avLst>
          </a:prstGeom>
          <a:solidFill>
            <a:srgbClr val="F5F7F9"/>
          </a:solidFill>
          <a:ln w="0">
            <a:noFill/>
          </a:ln>
        </p:spPr>
      </p:sp>
      <p:sp>
        <p:nvSpPr>
          <p:cNvPr id="6" name="مستطيل: زوايا مستديرة 5">
            <a:extLst>
              <a:ext uri="{FF2B5EF4-FFF2-40B4-BE49-F238E27FC236}">
                <a16:creationId xmlns:a16="http://schemas.microsoft.com/office/drawing/2014/main" id="{D9BF2463-E3F2-418D-931D-2253C4F2B1DD}"/>
              </a:ext>
            </a:extLst>
          </p:cNvPr>
          <p:cNvSpPr>
            <a:spLocks noGrp="1"/>
          </p:cNvSpPr>
          <p:nvPr/>
        </p:nvSpPr>
        <p:spPr>
          <a:xfrm>
            <a:off x="4857750" y="2095500"/>
            <a:ext cx="571500" cy="742950"/>
          </a:xfrm>
          <a:prstGeom prst="roundRect">
            <a:avLst>
              <a:gd name="adj" fmla="val 20000"/>
            </a:avLst>
          </a:prstGeom>
          <a:solidFill>
            <a:srgbClr val="2BA362"/>
          </a:solidFill>
          <a:ln w="0">
            <a:noFill/>
          </a:ln>
        </p:spPr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F7DA59A1-7F49-485D-9793-F9A1C3F00357}"/>
              </a:ext>
            </a:extLst>
          </p:cNvPr>
          <p:cNvSpPr>
            <a:spLocks noGrp="1"/>
          </p:cNvSpPr>
          <p:nvPr/>
        </p:nvSpPr>
        <p:spPr>
          <a:xfrm>
            <a:off x="1952625" y="2133600"/>
            <a:ext cx="1714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1800" b="1">
                <a:solidFill>
                  <a:srgbClr val="2BA362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800" b="1" dirty="0">
                <a:solidFill>
                  <a:srgbClr val="2BA362"/>
                </a:solidFill>
                <a:latin typeface="Tahoma"/>
                <a:ea typeface="Tahoma"/>
                <a:cs typeface="Tahoma"/>
              </a:rPr>
              <a:t>صالحة</a:t>
            </a:r>
          </a:p>
        </p:txBody>
      </p:sp>
      <p:sp>
        <p:nvSpPr>
          <p:cNvPr id="8" name="مستطيل 7">
            <a:extLst>
              <a:ext uri="{FF2B5EF4-FFF2-40B4-BE49-F238E27FC236}">
                <a16:creationId xmlns:a16="http://schemas.microsoft.com/office/drawing/2014/main" id="{D3015040-13C5-4F4D-B6A0-3BEF868548AF}"/>
              </a:ext>
            </a:extLst>
          </p:cNvPr>
          <p:cNvSpPr>
            <a:spLocks noGrp="1"/>
          </p:cNvSpPr>
          <p:nvPr/>
        </p:nvSpPr>
        <p:spPr>
          <a:xfrm>
            <a:off x="952500" y="2457450"/>
            <a:ext cx="3714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1350" b="0">
                <a:solidFill>
                  <a:srgbClr val="758397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350" b="0" dirty="0">
                <a:solidFill>
                  <a:srgbClr val="758397"/>
                </a:solidFill>
                <a:latin typeface="Tahoma"/>
                <a:ea typeface="Tahoma"/>
                <a:cs typeface="Tahoma"/>
              </a:rPr>
              <a:t>تشغيل ومتابعة دورية</a:t>
            </a:r>
          </a:p>
        </p:txBody>
      </p:sp>
      <p:sp>
        <p:nvSpPr>
          <p:cNvPr id="9" name="مستطيل: زوايا مستديرة 8">
            <a:extLst>
              <a:ext uri="{FF2B5EF4-FFF2-40B4-BE49-F238E27FC236}">
                <a16:creationId xmlns:a16="http://schemas.microsoft.com/office/drawing/2014/main" id="{54E786D9-E3B5-4985-92D6-DD0E38033F00}"/>
              </a:ext>
            </a:extLst>
          </p:cNvPr>
          <p:cNvSpPr>
            <a:spLocks noGrp="1"/>
          </p:cNvSpPr>
          <p:nvPr/>
        </p:nvSpPr>
        <p:spPr>
          <a:xfrm>
            <a:off x="666750" y="3143250"/>
            <a:ext cx="4762500" cy="742950"/>
          </a:xfrm>
          <a:prstGeom prst="roundRect">
            <a:avLst>
              <a:gd name="adj" fmla="val 15385"/>
            </a:avLst>
          </a:prstGeom>
          <a:solidFill>
            <a:srgbClr val="F5F7F9"/>
          </a:solidFill>
          <a:ln w="0">
            <a:noFill/>
          </a:ln>
        </p:spPr>
      </p:sp>
      <p:sp>
        <p:nvSpPr>
          <p:cNvPr id="10" name="مستطيل: زوايا مستديرة 9">
            <a:extLst>
              <a:ext uri="{FF2B5EF4-FFF2-40B4-BE49-F238E27FC236}">
                <a16:creationId xmlns:a16="http://schemas.microsoft.com/office/drawing/2014/main" id="{76707F23-B378-4DDA-BB7F-F9E72E3D0ECC}"/>
              </a:ext>
            </a:extLst>
          </p:cNvPr>
          <p:cNvSpPr>
            <a:spLocks noGrp="1"/>
          </p:cNvSpPr>
          <p:nvPr/>
        </p:nvSpPr>
        <p:spPr>
          <a:xfrm>
            <a:off x="4857750" y="3143250"/>
            <a:ext cx="571500" cy="742950"/>
          </a:xfrm>
          <a:prstGeom prst="roundRect">
            <a:avLst>
              <a:gd name="adj" fmla="val 20000"/>
            </a:avLst>
          </a:prstGeom>
          <a:solidFill>
            <a:srgbClr val="E39319"/>
          </a:solidFill>
          <a:ln w="0">
            <a:noFill/>
          </a:ln>
        </p:spPr>
      </p:sp>
      <p:sp>
        <p:nvSpPr>
          <p:cNvPr id="11" name="مستطيل 10">
            <a:extLst>
              <a:ext uri="{FF2B5EF4-FFF2-40B4-BE49-F238E27FC236}">
                <a16:creationId xmlns:a16="http://schemas.microsoft.com/office/drawing/2014/main" id="{7BEDA7CB-945C-48EE-AA26-58EE266E08B0}"/>
              </a:ext>
            </a:extLst>
          </p:cNvPr>
          <p:cNvSpPr>
            <a:spLocks noGrp="1"/>
          </p:cNvSpPr>
          <p:nvPr/>
        </p:nvSpPr>
        <p:spPr>
          <a:xfrm>
            <a:off x="2071688" y="3186112"/>
            <a:ext cx="1714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1800" b="1">
                <a:solidFill>
                  <a:srgbClr val="E39319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800" b="1" dirty="0">
                <a:solidFill>
                  <a:srgbClr val="E39319"/>
                </a:solidFill>
                <a:latin typeface="Tahoma"/>
                <a:ea typeface="Tahoma"/>
                <a:cs typeface="Tahoma"/>
              </a:rPr>
              <a:t>قريبة الانتهاء</a:t>
            </a:r>
          </a:p>
        </p:txBody>
      </p:sp>
      <p:sp>
        <p:nvSpPr>
          <p:cNvPr id="12" name="مستطيل 11">
            <a:extLst>
              <a:ext uri="{FF2B5EF4-FFF2-40B4-BE49-F238E27FC236}">
                <a16:creationId xmlns:a16="http://schemas.microsoft.com/office/drawing/2014/main" id="{F99EC873-AC47-4F48-9381-BA1038736427}"/>
              </a:ext>
            </a:extLst>
          </p:cNvPr>
          <p:cNvSpPr>
            <a:spLocks noGrp="1"/>
          </p:cNvSpPr>
          <p:nvPr/>
        </p:nvSpPr>
        <p:spPr>
          <a:xfrm>
            <a:off x="-47625" y="3543300"/>
            <a:ext cx="3714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2000"/>
              </a:lnSpc>
              <a:buNone/>
              <a:defRPr lang="ar-SA" altLang="en-US" sz="1350" b="0">
                <a:solidFill>
                  <a:srgbClr val="758397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350" b="0" dirty="0">
                <a:solidFill>
                  <a:srgbClr val="758397"/>
                </a:solidFill>
                <a:latin typeface="Tahoma"/>
                <a:ea typeface="Tahoma"/>
                <a:cs typeface="Tahoma"/>
              </a:rPr>
              <a:t>تخطيط المعايرة التالية</a:t>
            </a:r>
          </a:p>
        </p:txBody>
      </p:sp>
      <p:sp>
        <p:nvSpPr>
          <p:cNvPr id="13" name="مستطيل: زوايا مستديرة 12">
            <a:extLst>
              <a:ext uri="{FF2B5EF4-FFF2-40B4-BE49-F238E27FC236}">
                <a16:creationId xmlns:a16="http://schemas.microsoft.com/office/drawing/2014/main" id="{8852B33C-8F3A-4A7A-A575-3CEFCB48ACC7}"/>
              </a:ext>
            </a:extLst>
          </p:cNvPr>
          <p:cNvSpPr>
            <a:spLocks noGrp="1"/>
          </p:cNvSpPr>
          <p:nvPr/>
        </p:nvSpPr>
        <p:spPr>
          <a:xfrm>
            <a:off x="666750" y="4191000"/>
            <a:ext cx="4762500" cy="742950"/>
          </a:xfrm>
          <a:prstGeom prst="roundRect">
            <a:avLst>
              <a:gd name="adj" fmla="val 15385"/>
            </a:avLst>
          </a:prstGeom>
          <a:solidFill>
            <a:srgbClr val="F5F7F9"/>
          </a:solidFill>
          <a:ln w="0">
            <a:noFill/>
          </a:ln>
        </p:spPr>
      </p:sp>
      <p:sp>
        <p:nvSpPr>
          <p:cNvPr id="14" name="مستطيل: زوايا مستديرة 13">
            <a:extLst>
              <a:ext uri="{FF2B5EF4-FFF2-40B4-BE49-F238E27FC236}">
                <a16:creationId xmlns:a16="http://schemas.microsoft.com/office/drawing/2014/main" id="{263D804E-8EBA-47AE-A2E9-C777845B0291}"/>
              </a:ext>
            </a:extLst>
          </p:cNvPr>
          <p:cNvSpPr>
            <a:spLocks noGrp="1"/>
          </p:cNvSpPr>
          <p:nvPr/>
        </p:nvSpPr>
        <p:spPr>
          <a:xfrm>
            <a:off x="4857750" y="4191000"/>
            <a:ext cx="571500" cy="742950"/>
          </a:xfrm>
          <a:prstGeom prst="roundRect">
            <a:avLst>
              <a:gd name="adj" fmla="val 20000"/>
            </a:avLst>
          </a:prstGeom>
          <a:solidFill>
            <a:srgbClr val="D94A46"/>
          </a:solidFill>
          <a:ln w="0">
            <a:noFill/>
          </a:ln>
        </p:spPr>
      </p:sp>
      <p:sp>
        <p:nvSpPr>
          <p:cNvPr id="15" name="مستطيل 14">
            <a:extLst>
              <a:ext uri="{FF2B5EF4-FFF2-40B4-BE49-F238E27FC236}">
                <a16:creationId xmlns:a16="http://schemas.microsoft.com/office/drawing/2014/main" id="{CF7A5A38-DEA1-40DC-B688-25420483243F}"/>
              </a:ext>
            </a:extLst>
          </p:cNvPr>
          <p:cNvSpPr>
            <a:spLocks noGrp="1"/>
          </p:cNvSpPr>
          <p:nvPr/>
        </p:nvSpPr>
        <p:spPr>
          <a:xfrm>
            <a:off x="1485691" y="4179172"/>
            <a:ext cx="1714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2000"/>
              </a:lnSpc>
              <a:buNone/>
              <a:defRPr lang="ar-SA" altLang="en-US" sz="1800" b="1">
                <a:solidFill>
                  <a:srgbClr val="D94A46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800" b="1" dirty="0">
                <a:solidFill>
                  <a:srgbClr val="D94A46"/>
                </a:solidFill>
                <a:latin typeface="Tahoma"/>
                <a:ea typeface="Tahoma"/>
                <a:cs typeface="Tahoma"/>
              </a:rPr>
              <a:t>منتهية</a:t>
            </a:r>
          </a:p>
        </p:txBody>
      </p:sp>
      <p:sp>
        <p:nvSpPr>
          <p:cNvPr id="16" name="مستطيل 15">
            <a:extLst>
              <a:ext uri="{FF2B5EF4-FFF2-40B4-BE49-F238E27FC236}">
                <a16:creationId xmlns:a16="http://schemas.microsoft.com/office/drawing/2014/main" id="{FBC79A9C-7638-411A-915F-DE2807FC0399}"/>
              </a:ext>
            </a:extLst>
          </p:cNvPr>
          <p:cNvSpPr>
            <a:spLocks noGrp="1"/>
          </p:cNvSpPr>
          <p:nvPr/>
        </p:nvSpPr>
        <p:spPr>
          <a:xfrm>
            <a:off x="-36844" y="4581526"/>
            <a:ext cx="3714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2000"/>
              </a:lnSpc>
              <a:buNone/>
              <a:defRPr lang="ar-SA" altLang="en-US" sz="1350" b="0">
                <a:solidFill>
                  <a:srgbClr val="758397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350" b="0" dirty="0">
                <a:solidFill>
                  <a:srgbClr val="758397"/>
                </a:solidFill>
                <a:latin typeface="Tahoma"/>
                <a:ea typeface="Tahoma"/>
                <a:cs typeface="Tahoma"/>
              </a:rPr>
              <a:t>إجراء فوري ومنع التأخير</a:t>
            </a:r>
          </a:p>
        </p:txBody>
      </p:sp>
      <p:sp>
        <p:nvSpPr>
          <p:cNvPr id="17" name="مستطيل: زوايا مستديرة 16">
            <a:extLst>
              <a:ext uri="{FF2B5EF4-FFF2-40B4-BE49-F238E27FC236}">
                <a16:creationId xmlns:a16="http://schemas.microsoft.com/office/drawing/2014/main" id="{54964F5E-3309-41D4-A8B7-7B48BDCC05A6}"/>
              </a:ext>
            </a:extLst>
          </p:cNvPr>
          <p:cNvSpPr>
            <a:spLocks noGrp="1"/>
          </p:cNvSpPr>
          <p:nvPr/>
        </p:nvSpPr>
        <p:spPr>
          <a:xfrm>
            <a:off x="6286500" y="1381125"/>
            <a:ext cx="4857750" cy="3905250"/>
          </a:xfrm>
          <a:prstGeom prst="roundRect">
            <a:avLst>
              <a:gd name="adj" fmla="val 5854"/>
            </a:avLst>
          </a:prstGeom>
          <a:solidFill>
            <a:srgbClr val="071D36"/>
          </a:solidFill>
          <a:ln w="0">
            <a:noFill/>
          </a:ln>
        </p:spPr>
      </p:sp>
      <p:sp>
        <p:nvSpPr>
          <p:cNvPr id="18" name="مستطيل 17">
            <a:extLst>
              <a:ext uri="{FF2B5EF4-FFF2-40B4-BE49-F238E27FC236}">
                <a16:creationId xmlns:a16="http://schemas.microsoft.com/office/drawing/2014/main" id="{D03E4BDC-74ED-474B-A33E-260C82512162}"/>
              </a:ext>
            </a:extLst>
          </p:cNvPr>
          <p:cNvSpPr>
            <a:spLocks noGrp="1"/>
          </p:cNvSpPr>
          <p:nvPr/>
        </p:nvSpPr>
        <p:spPr>
          <a:xfrm>
            <a:off x="6667500" y="1714500"/>
            <a:ext cx="4000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2000"/>
              </a:lnSpc>
              <a:buNone/>
              <a:defRPr lang="ar-SA" altLang="en-US" sz="22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225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لوحة القرار</a:t>
            </a:r>
          </a:p>
        </p:txBody>
      </p:sp>
      <p:sp>
        <p:nvSpPr>
          <p:cNvPr id="19" name="رابط مستقيم 18">
            <a:extLst>
              <a:ext uri="{FF2B5EF4-FFF2-40B4-BE49-F238E27FC236}">
                <a16:creationId xmlns:a16="http://schemas.microsoft.com/office/drawing/2014/main" id="{98028DA2-B4D6-4127-9873-028AF19B4FBF}"/>
              </a:ext>
            </a:extLst>
          </p:cNvPr>
          <p:cNvSpPr>
            <a:spLocks noGrp="1"/>
          </p:cNvSpPr>
          <p:nvPr/>
        </p:nvSpPr>
        <p:spPr>
          <a:xfrm>
            <a:off x="6667500" y="2333625"/>
            <a:ext cx="4000500" cy="0"/>
          </a:xfrm>
          <a:prstGeom prst="line">
            <a:avLst/>
          </a:prstGeom>
          <a:noFill/>
          <a:ln w="28575">
            <a:solidFill>
              <a:srgbClr val="D4A925"/>
            </a:solidFill>
            <a:prstDash val="solid"/>
          </a:ln>
        </p:spPr>
      </p:sp>
      <p:sp>
        <p:nvSpPr>
          <p:cNvPr id="20" name="مستطيل 19">
            <a:extLst>
              <a:ext uri="{FF2B5EF4-FFF2-40B4-BE49-F238E27FC236}">
                <a16:creationId xmlns:a16="http://schemas.microsoft.com/office/drawing/2014/main" id="{78347D66-4B23-478A-BFFA-721566E3AF66}"/>
              </a:ext>
            </a:extLst>
          </p:cNvPr>
          <p:cNvSpPr>
            <a:spLocks noGrp="1"/>
          </p:cNvSpPr>
          <p:nvPr/>
        </p:nvSpPr>
        <p:spPr>
          <a:xfrm>
            <a:off x="8953500" y="2571750"/>
            <a:ext cx="1619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6554"/>
          </a:bodyPr>
          <a:lstStyle/>
          <a:p>
            <a:pPr algn="r">
              <a:lnSpc>
                <a:spcPct val="102000"/>
              </a:lnSpc>
              <a:buNone/>
              <a:defRPr lang="ar-SA" altLang="en-US" sz="1650" b="1">
                <a:solidFill>
                  <a:srgbClr val="F4E3A5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650" b="1" dirty="0">
                <a:solidFill>
                  <a:srgbClr val="F4E3A5"/>
                </a:solidFill>
                <a:latin typeface="Tahoma"/>
                <a:ea typeface="Tahoma"/>
                <a:cs typeface="Tahoma"/>
              </a:rPr>
              <a:t>التنبيهات</a:t>
            </a:r>
          </a:p>
        </p:txBody>
      </p:sp>
      <p:sp>
        <p:nvSpPr>
          <p:cNvPr id="21" name="مستطيل 20">
            <a:extLst>
              <a:ext uri="{FF2B5EF4-FFF2-40B4-BE49-F238E27FC236}">
                <a16:creationId xmlns:a16="http://schemas.microsoft.com/office/drawing/2014/main" id="{A82B8642-13A5-4FCD-B682-CE8BCA2FE08F}"/>
              </a:ext>
            </a:extLst>
          </p:cNvPr>
          <p:cNvSpPr>
            <a:spLocks noGrp="1"/>
          </p:cNvSpPr>
          <p:nvPr/>
        </p:nvSpPr>
        <p:spPr>
          <a:xfrm>
            <a:off x="6715125" y="2600325"/>
            <a:ext cx="2095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8520"/>
          </a:bodyPr>
          <a:lstStyle/>
          <a:p>
            <a:pPr algn="r">
              <a:lnSpc>
                <a:spcPct val="102000"/>
              </a:lnSpc>
              <a:buNone/>
              <a:defRPr lang="ar-SA" altLang="en-US" sz="1275" b="0">
                <a:solidFill>
                  <a:srgbClr val="C2D2E1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275" b="0" dirty="0">
                <a:solidFill>
                  <a:srgbClr val="C2D2E1"/>
                </a:solidFill>
                <a:latin typeface="Tahoma"/>
                <a:ea typeface="Tahoma"/>
                <a:cs typeface="Tahoma"/>
              </a:rPr>
              <a:t>قائمة الأجهزة التي تحتاج إجراء</a:t>
            </a:r>
          </a:p>
        </p:txBody>
      </p:sp>
      <p:sp>
        <p:nvSpPr>
          <p:cNvPr id="22" name="مستطيل 21">
            <a:extLst>
              <a:ext uri="{FF2B5EF4-FFF2-40B4-BE49-F238E27FC236}">
                <a16:creationId xmlns:a16="http://schemas.microsoft.com/office/drawing/2014/main" id="{29AF3A42-500C-47D2-954C-D5A01D349A42}"/>
              </a:ext>
            </a:extLst>
          </p:cNvPr>
          <p:cNvSpPr>
            <a:spLocks noGrp="1"/>
          </p:cNvSpPr>
          <p:nvPr/>
        </p:nvSpPr>
        <p:spPr>
          <a:xfrm>
            <a:off x="8953500" y="3209925"/>
            <a:ext cx="1619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6554"/>
          </a:bodyPr>
          <a:lstStyle/>
          <a:p>
            <a:pPr algn="r">
              <a:lnSpc>
                <a:spcPct val="102000"/>
              </a:lnSpc>
              <a:buNone/>
              <a:defRPr lang="ar-SA" altLang="en-US" sz="1650" b="1">
                <a:solidFill>
                  <a:srgbClr val="F4E3A5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650" b="1" dirty="0">
                <a:solidFill>
                  <a:srgbClr val="F4E3A5"/>
                </a:solidFill>
                <a:latin typeface="Tahoma"/>
                <a:ea typeface="Tahoma"/>
                <a:cs typeface="Tahoma"/>
              </a:rPr>
              <a:t>التقارير</a:t>
            </a:r>
          </a:p>
        </p:txBody>
      </p:sp>
      <p:sp>
        <p:nvSpPr>
          <p:cNvPr id="23" name="مستطيل 22">
            <a:extLst>
              <a:ext uri="{FF2B5EF4-FFF2-40B4-BE49-F238E27FC236}">
                <a16:creationId xmlns:a16="http://schemas.microsoft.com/office/drawing/2014/main" id="{DC16A0C0-8912-40F3-B367-91BFBCCA5DC7}"/>
              </a:ext>
            </a:extLst>
          </p:cNvPr>
          <p:cNvSpPr>
            <a:spLocks noGrp="1"/>
          </p:cNvSpPr>
          <p:nvPr/>
        </p:nvSpPr>
        <p:spPr>
          <a:xfrm>
            <a:off x="6715125" y="3238500"/>
            <a:ext cx="2095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8520"/>
          </a:bodyPr>
          <a:lstStyle/>
          <a:p>
            <a:pPr algn="r">
              <a:lnSpc>
                <a:spcPct val="102000"/>
              </a:lnSpc>
              <a:buNone/>
              <a:defRPr lang="ar-SA" altLang="en-US" sz="1275" b="0">
                <a:solidFill>
                  <a:srgbClr val="C2D2E1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275" b="0" dirty="0">
                <a:solidFill>
                  <a:srgbClr val="C2D2E1"/>
                </a:solidFill>
                <a:latin typeface="Tahoma"/>
                <a:ea typeface="Tahoma"/>
                <a:cs typeface="Tahoma"/>
              </a:rPr>
              <a:t>توزيع حسب الجهة والنوع والحالة</a:t>
            </a:r>
          </a:p>
        </p:txBody>
      </p:sp>
      <p:sp>
        <p:nvSpPr>
          <p:cNvPr id="24" name="مستطيل 23">
            <a:extLst>
              <a:ext uri="{FF2B5EF4-FFF2-40B4-BE49-F238E27FC236}">
                <a16:creationId xmlns:a16="http://schemas.microsoft.com/office/drawing/2014/main" id="{85413008-060E-4EB1-AF00-B299F0133CB2}"/>
              </a:ext>
            </a:extLst>
          </p:cNvPr>
          <p:cNvSpPr>
            <a:spLocks noGrp="1"/>
          </p:cNvSpPr>
          <p:nvPr/>
        </p:nvSpPr>
        <p:spPr>
          <a:xfrm>
            <a:off x="8953500" y="3848100"/>
            <a:ext cx="1619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6554"/>
          </a:bodyPr>
          <a:lstStyle/>
          <a:p>
            <a:pPr algn="r">
              <a:lnSpc>
                <a:spcPct val="102000"/>
              </a:lnSpc>
              <a:buNone/>
              <a:defRPr lang="ar-SA" altLang="en-US" sz="1650" b="1">
                <a:solidFill>
                  <a:srgbClr val="F4E3A5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650" b="1" dirty="0">
                <a:solidFill>
                  <a:srgbClr val="F4E3A5"/>
                </a:solidFill>
                <a:latin typeface="Tahoma"/>
                <a:ea typeface="Tahoma"/>
                <a:cs typeface="Tahoma"/>
              </a:rPr>
              <a:t>سجل الجهاز</a:t>
            </a:r>
          </a:p>
        </p:txBody>
      </p:sp>
      <p:sp>
        <p:nvSpPr>
          <p:cNvPr id="25" name="مستطيل 24">
            <a:extLst>
              <a:ext uri="{FF2B5EF4-FFF2-40B4-BE49-F238E27FC236}">
                <a16:creationId xmlns:a16="http://schemas.microsoft.com/office/drawing/2014/main" id="{8CEB6B3F-8A66-43D2-81DE-F781341338D4}"/>
              </a:ext>
            </a:extLst>
          </p:cNvPr>
          <p:cNvSpPr>
            <a:spLocks noGrp="1"/>
          </p:cNvSpPr>
          <p:nvPr/>
        </p:nvSpPr>
        <p:spPr>
          <a:xfrm>
            <a:off x="6715125" y="3876675"/>
            <a:ext cx="2095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8520"/>
          </a:bodyPr>
          <a:lstStyle/>
          <a:p>
            <a:pPr algn="r">
              <a:lnSpc>
                <a:spcPct val="102000"/>
              </a:lnSpc>
              <a:buNone/>
              <a:defRPr lang="ar-SA" altLang="en-US" sz="1275" b="0">
                <a:solidFill>
                  <a:srgbClr val="C2D2E1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275" b="0" dirty="0">
                <a:solidFill>
                  <a:srgbClr val="C2D2E1"/>
                </a:solidFill>
                <a:latin typeface="Tahoma"/>
                <a:ea typeface="Tahoma"/>
                <a:cs typeface="Tahoma"/>
              </a:rPr>
              <a:t>نتائج ومرفقات وشهادات سابقة</a:t>
            </a:r>
          </a:p>
        </p:txBody>
      </p:sp>
      <p:sp>
        <p:nvSpPr>
          <p:cNvPr id="26" name="مستطيل 25">
            <a:extLst>
              <a:ext uri="{FF2B5EF4-FFF2-40B4-BE49-F238E27FC236}">
                <a16:creationId xmlns:a16="http://schemas.microsoft.com/office/drawing/2014/main" id="{C6181945-00D1-43BF-BFF8-43C6C82D51A3}"/>
              </a:ext>
            </a:extLst>
          </p:cNvPr>
          <p:cNvSpPr>
            <a:spLocks noGrp="1"/>
          </p:cNvSpPr>
          <p:nvPr/>
        </p:nvSpPr>
        <p:spPr>
          <a:xfrm>
            <a:off x="8953500" y="4486275"/>
            <a:ext cx="1619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6554"/>
          </a:bodyPr>
          <a:lstStyle/>
          <a:p>
            <a:pPr algn="r">
              <a:lnSpc>
                <a:spcPct val="102000"/>
              </a:lnSpc>
              <a:buNone/>
              <a:defRPr lang="ar-SA" altLang="en-US" sz="1650" b="1">
                <a:solidFill>
                  <a:srgbClr val="F4E3A5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650" b="1" dirty="0">
                <a:solidFill>
                  <a:srgbClr val="F4E3A5"/>
                </a:solidFill>
                <a:latin typeface="Tahoma"/>
                <a:ea typeface="Tahoma"/>
                <a:cs typeface="Tahoma"/>
              </a:rPr>
              <a:t>التصدير</a:t>
            </a:r>
          </a:p>
        </p:txBody>
      </p:sp>
      <p:sp>
        <p:nvSpPr>
          <p:cNvPr id="27" name="مستطيل 26">
            <a:extLst>
              <a:ext uri="{FF2B5EF4-FFF2-40B4-BE49-F238E27FC236}">
                <a16:creationId xmlns:a16="http://schemas.microsoft.com/office/drawing/2014/main" id="{E6DDC76E-1609-49D1-AEB1-4636F5972697}"/>
              </a:ext>
            </a:extLst>
          </p:cNvPr>
          <p:cNvSpPr>
            <a:spLocks noGrp="1"/>
          </p:cNvSpPr>
          <p:nvPr/>
        </p:nvSpPr>
        <p:spPr>
          <a:xfrm>
            <a:off x="6715125" y="4514850"/>
            <a:ext cx="2095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8520"/>
          </a:bodyPr>
          <a:lstStyle/>
          <a:p>
            <a:pPr algn="r">
              <a:lnSpc>
                <a:spcPct val="102000"/>
              </a:lnSpc>
              <a:buNone/>
              <a:defRPr lang="ar-SA" altLang="en-US" sz="1275" b="0">
                <a:solidFill>
                  <a:srgbClr val="C2D2E1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275" b="0" dirty="0">
                <a:solidFill>
                  <a:srgbClr val="C2D2E1"/>
                </a:solidFill>
                <a:latin typeface="Tahoma"/>
                <a:ea typeface="Tahoma"/>
                <a:cs typeface="Tahoma"/>
              </a:rPr>
              <a:t>مخرجات إدارية وفنية قابلة للمشاركة</a:t>
            </a:r>
          </a:p>
        </p:txBody>
      </p:sp>
      <p:sp>
        <p:nvSpPr>
          <p:cNvPr id="28" name="مستطيل 27">
            <a:extLst>
              <a:ext uri="{FF2B5EF4-FFF2-40B4-BE49-F238E27FC236}">
                <a16:creationId xmlns:a16="http://schemas.microsoft.com/office/drawing/2014/main" id="{55361A7B-D039-4022-A54A-7EF9017EFF93}"/>
              </a:ext>
            </a:extLst>
          </p:cNvPr>
          <p:cNvSpPr>
            <a:spLocks noGrp="1"/>
          </p:cNvSpPr>
          <p:nvPr/>
        </p:nvSpPr>
        <p:spPr>
          <a:xfrm>
            <a:off x="2476500" y="5715000"/>
            <a:ext cx="7239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1875" b="1">
                <a:solidFill>
                  <a:srgbClr val="0C3E73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1875" b="1" dirty="0">
                <a:solidFill>
                  <a:srgbClr val="0C3E73"/>
                </a:solidFill>
                <a:latin typeface="Tahoma"/>
                <a:ea typeface="Tahoma"/>
                <a:cs typeface="Tahoma"/>
              </a:rPr>
              <a:t>الهدف: اتخاذ الإجراء قبل انتهاء المعايرة</a:t>
            </a:r>
          </a:p>
        </p:txBody>
      </p:sp>
      <p:sp>
        <p:nvSpPr>
          <p:cNvPr id="29" name="مستطيل 28">
            <a:extLst>
              <a:ext uri="{FF2B5EF4-FFF2-40B4-BE49-F238E27FC236}">
                <a16:creationId xmlns:a16="http://schemas.microsoft.com/office/drawing/2014/main" id="{D14F88C7-5537-4579-8B4E-F8F62C3F538C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90487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975" b="1">
                <a:solidFill>
                  <a:srgbClr val="758397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758397"/>
                </a:solidFill>
                <a:latin typeface="Tahoma"/>
                <a:ea typeface="Tahoma"/>
                <a:cs typeface="Tahoma"/>
              </a:rPr>
              <a:t>CAL-QR</a:t>
            </a:r>
          </a:p>
        </p:txBody>
      </p:sp>
      <p:sp>
        <p:nvSpPr>
          <p:cNvPr id="30" name="مستطيل 29">
            <a:extLst>
              <a:ext uri="{FF2B5EF4-FFF2-40B4-BE49-F238E27FC236}">
                <a16:creationId xmlns:a16="http://schemas.microsoft.com/office/drawing/2014/main" id="{B9E0623E-AC7F-4FB9-B949-102EDF58A252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2000"/>
              </a:lnSpc>
              <a:buNone/>
              <a:defRPr sz="975" b="1">
                <a:solidFill>
                  <a:srgbClr val="758397"/>
                </a:solidFill>
                <a:latin typeface="Tahoma"/>
                <a:ea typeface="Tahoma"/>
                <a:cs typeface="Tahoma"/>
              </a:defRPr>
            </a:pPr>
            <a:endParaRPr sz="975" b="1" dirty="0">
              <a:solidFill>
                <a:srgbClr val="758397"/>
              </a:solidFill>
              <a:latin typeface="Tahoma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939556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مستطيل 10">
            <a:extLst>
              <a:ext uri="{FF2B5EF4-FFF2-40B4-BE49-F238E27FC236}">
                <a16:creationId xmlns:a16="http://schemas.microsoft.com/office/drawing/2014/main" id="{73254C71-E833-4FF4-AC75-AF2CC878F8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1426"/>
              </a:gs>
              <a:gs pos="100000">
                <a:srgbClr val="0C3E73"/>
              </a:gs>
            </a:gsLst>
            <a:lin ang="0"/>
          </a:gradFill>
          <a:ln w="0">
            <a:noFill/>
          </a:ln>
        </p:spPr>
      </p:sp>
      <p:pic>
        <p:nvPicPr>
          <p:cNvPr id="14" name="صورة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15488" y="14554"/>
            <a:ext cx="2238374" cy="2238374"/>
          </a:xfrm>
          <a:prstGeom prst="rect">
            <a:avLst/>
          </a:prstGeom>
        </p:spPr>
      </p:pic>
      <p:sp>
        <p:nvSpPr>
          <p:cNvPr id="3" name="مستطيل 2">
            <a:extLst>
              <a:ext uri="{FF2B5EF4-FFF2-40B4-BE49-F238E27FC236}">
                <a16:creationId xmlns:a16="http://schemas.microsoft.com/office/drawing/2014/main" id="{78797710-1F04-4CCC-9939-A378D208DCA0}"/>
              </a:ext>
            </a:extLst>
          </p:cNvPr>
          <p:cNvSpPr>
            <a:spLocks noGrp="1"/>
          </p:cNvSpPr>
          <p:nvPr/>
        </p:nvSpPr>
        <p:spPr>
          <a:xfrm>
            <a:off x="2030597" y="1672885"/>
            <a:ext cx="56197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2000"/>
              </a:lnSpc>
              <a:buNone/>
              <a:defRPr lang="ar-SA" altLang="en-US" sz="36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360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من قياس موثّق</a:t>
            </a:r>
          </a:p>
          <a:p>
            <a:pPr algn="r">
              <a:lnSpc>
                <a:spcPct val="102000"/>
              </a:lnSpc>
              <a:buNone/>
              <a:defRPr lang="ar-SA" altLang="en-US" sz="36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360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إلى قرار موثوق</a:t>
            </a:r>
          </a:p>
        </p:txBody>
      </p:sp>
      <p:sp>
        <p:nvSpPr>
          <p:cNvPr id="4" name="رابط مستقيم 3">
            <a:extLst>
              <a:ext uri="{FF2B5EF4-FFF2-40B4-BE49-F238E27FC236}">
                <a16:creationId xmlns:a16="http://schemas.microsoft.com/office/drawing/2014/main" id="{AB1212F5-3FAF-4A91-8C74-ECCAB46B51F0}"/>
              </a:ext>
            </a:extLst>
          </p:cNvPr>
          <p:cNvSpPr>
            <a:spLocks noGrp="1"/>
          </p:cNvSpPr>
          <p:nvPr/>
        </p:nvSpPr>
        <p:spPr>
          <a:xfrm>
            <a:off x="4189082" y="3246992"/>
            <a:ext cx="3524250" cy="0"/>
          </a:xfrm>
          <a:prstGeom prst="line">
            <a:avLst/>
          </a:prstGeom>
          <a:noFill/>
          <a:ln w="38100">
            <a:solidFill>
              <a:srgbClr val="D4A925"/>
            </a:solidFill>
            <a:prstDash val="solid"/>
          </a:ln>
        </p:spPr>
      </p:sp>
      <p:sp>
        <p:nvSpPr>
          <p:cNvPr id="5" name="مستطيل 4">
            <a:extLst>
              <a:ext uri="{FF2B5EF4-FFF2-40B4-BE49-F238E27FC236}">
                <a16:creationId xmlns:a16="http://schemas.microsoft.com/office/drawing/2014/main" id="{728ED2F2-FA4A-4AE8-9904-99FF98607CAC}"/>
              </a:ext>
            </a:extLst>
          </p:cNvPr>
          <p:cNvSpPr>
            <a:spLocks noGrp="1"/>
          </p:cNvSpPr>
          <p:nvPr/>
        </p:nvSpPr>
        <p:spPr>
          <a:xfrm>
            <a:off x="3473380" y="3429000"/>
            <a:ext cx="524524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lang="ar-SA" altLang="en-US" sz="1950" b="0">
                <a:solidFill>
                  <a:srgbClr val="D0DCE8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2400" b="0" dirty="0">
                <a:solidFill>
                  <a:srgbClr val="D0DCE8"/>
                </a:solidFill>
                <a:latin typeface="Tahoma"/>
                <a:ea typeface="Tahoma"/>
                <a:cs typeface="Tahoma"/>
              </a:rPr>
              <a:t>يجمع السجل الفني والشهادة الرقمية</a:t>
            </a:r>
          </a:p>
          <a:p>
            <a:pPr algn="ctr">
              <a:lnSpc>
                <a:spcPct val="102000"/>
              </a:lnSpc>
              <a:buNone/>
              <a:defRPr lang="ar-SA" altLang="en-US" sz="1950" b="0">
                <a:solidFill>
                  <a:srgbClr val="D0DCE8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2400" b="0" dirty="0">
                <a:solidFill>
                  <a:srgbClr val="D0DCE8"/>
                </a:solidFill>
                <a:latin typeface="Tahoma"/>
                <a:ea typeface="Tahoma"/>
                <a:cs typeface="Tahoma"/>
              </a:rPr>
              <a:t>والتحقق الميداني في مسار واحد</a:t>
            </a:r>
          </a:p>
        </p:txBody>
      </p:sp>
      <p:sp>
        <p:nvSpPr>
          <p:cNvPr id="9" name="مستطيل 8">
            <a:extLst>
              <a:ext uri="{FF2B5EF4-FFF2-40B4-BE49-F238E27FC236}">
                <a16:creationId xmlns:a16="http://schemas.microsoft.com/office/drawing/2014/main" id="{30B18EDB-486B-4F71-B8D6-FD5BCCB394B8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90487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975" b="1">
                <a:solidFill>
                  <a:srgbClr val="FFFFFF">
                    <a:alpha val="45000"/>
                  </a:srgbClr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FFFFFF">
                    <a:alpha val="45000"/>
                  </a:srgbClr>
                </a:solidFill>
                <a:latin typeface="Tahoma"/>
                <a:ea typeface="Tahoma"/>
                <a:cs typeface="Tahoma"/>
              </a:rPr>
              <a:t>CAL-QR</a:t>
            </a:r>
          </a:p>
        </p:txBody>
      </p:sp>
      <p:sp>
        <p:nvSpPr>
          <p:cNvPr id="10" name="مستطيل 9">
            <a:extLst>
              <a:ext uri="{FF2B5EF4-FFF2-40B4-BE49-F238E27FC236}">
                <a16:creationId xmlns:a16="http://schemas.microsoft.com/office/drawing/2014/main" id="{07B6F20E-129D-4A48-8B0E-4E9F7B23871C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2000"/>
              </a:lnSpc>
              <a:buNone/>
              <a:defRPr sz="975" b="1">
                <a:solidFill>
                  <a:srgbClr val="FFFFFF">
                    <a:alpha val="45000"/>
                  </a:srgbClr>
                </a:solidFill>
                <a:latin typeface="Tahoma"/>
                <a:ea typeface="Tahoma"/>
                <a:cs typeface="Tahoma"/>
              </a:defRPr>
            </a:pPr>
            <a:r>
              <a:rPr sz="975" b="1" dirty="0">
                <a:solidFill>
                  <a:srgbClr val="FFFFFF">
                    <a:alpha val="45000"/>
                  </a:srgbClr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2" name="مستطيل 1">
            <a:extLst>
              <a:ext uri="{FF2B5EF4-FFF2-40B4-BE49-F238E27FC236}">
                <a16:creationId xmlns:a16="http://schemas.microsoft.com/office/drawing/2014/main" id="{8BD13684-E427-1D6A-BB55-FF0438DF952B}"/>
              </a:ext>
            </a:extLst>
          </p:cNvPr>
          <p:cNvSpPr>
            <a:spLocks noGrp="1"/>
          </p:cNvSpPr>
          <p:nvPr/>
        </p:nvSpPr>
        <p:spPr>
          <a:xfrm>
            <a:off x="2354455" y="1024281"/>
            <a:ext cx="6219372" cy="405041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2500" lnSpcReduction="10000"/>
          </a:bodyPr>
          <a:lstStyle/>
          <a:p>
            <a:pPr>
              <a:lnSpc>
                <a:spcPct val="102000"/>
              </a:lnSpc>
              <a:defRPr lang="ar-SA" altLang="en-US" sz="31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lang="ar-LY" altLang="en-US" sz="280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المنصة الرقمية لشهادات المعايرة</a:t>
            </a:r>
          </a:p>
          <a:p>
            <a:pPr algn="r">
              <a:lnSpc>
                <a:spcPct val="102000"/>
              </a:lnSpc>
              <a:buNone/>
              <a:defRPr lang="ar-SA" altLang="en-US" sz="31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endParaRPr lang="ar-LY" altLang="en-US" sz="2800" b="1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pic>
        <p:nvPicPr>
          <p:cNvPr id="12" name="صورة 11" descr="صورة تحتوي على شعار, رمز, دائرة&#10;&#10;قد يكون المحتوى المعد بواسطة الذكاء الاصطناعي غير صحيح.">
            <a:extLst>
              <a:ext uri="{FF2B5EF4-FFF2-40B4-BE49-F238E27FC236}">
                <a16:creationId xmlns:a16="http://schemas.microsoft.com/office/drawing/2014/main" id="{DB59BD2D-AB16-BE5C-8456-AB1C040497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881" y="345648"/>
            <a:ext cx="1468770" cy="1468770"/>
          </a:xfrm>
          <a:prstGeom prst="rect">
            <a:avLst/>
          </a:prstGeom>
        </p:spPr>
      </p:pic>
      <p:sp>
        <p:nvSpPr>
          <p:cNvPr id="13" name="مستطيل 12">
            <a:extLst>
              <a:ext uri="{FF2B5EF4-FFF2-40B4-BE49-F238E27FC236}">
                <a16:creationId xmlns:a16="http://schemas.microsoft.com/office/drawing/2014/main" id="{54E2308A-F49B-4E7E-3FC1-3A1F30244ADB}"/>
              </a:ext>
            </a:extLst>
          </p:cNvPr>
          <p:cNvSpPr>
            <a:spLocks noGrp="1"/>
          </p:cNvSpPr>
          <p:nvPr/>
        </p:nvSpPr>
        <p:spPr>
          <a:xfrm>
            <a:off x="5089072" y="5246671"/>
            <a:ext cx="2013856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38100" rIns="76200" bIns="38100" anchor="ctr">
            <a:noAutofit/>
          </a:bodyPr>
          <a:lstStyle/>
          <a:p>
            <a:pPr algn="ctr" rtl="1">
              <a:defRPr sz="1950" b="1">
                <a:solidFill>
                  <a:srgbClr val="0A2440"/>
                </a:solidFill>
                <a:latin typeface="Tahoma"/>
                <a:ea typeface="Tahoma"/>
                <a:cs typeface="Tahoma"/>
              </a:defRPr>
            </a:pPr>
            <a:r>
              <a:rPr lang="ar-SA" sz="1600" b="1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شكراً لكم</a:t>
            </a:r>
            <a:endParaRPr lang="ar-LY" sz="1600" b="1" dirty="0">
              <a:solidFill>
                <a:schemeClr val="bg1"/>
              </a:solidFill>
              <a:latin typeface="Tahoma"/>
              <a:ea typeface="Tahoma"/>
              <a:cs typeface="Tahoma"/>
            </a:endParaRPr>
          </a:p>
          <a:p>
            <a:pPr algn="ctr" rtl="1">
              <a:lnSpc>
                <a:spcPct val="220000"/>
              </a:lnSpc>
              <a:defRPr sz="1950" b="1">
                <a:solidFill>
                  <a:srgbClr val="0A2440"/>
                </a:solidFill>
                <a:latin typeface="Tahoma"/>
                <a:ea typeface="Tahoma"/>
                <a:cs typeface="Tahoma"/>
              </a:defRPr>
            </a:pPr>
            <a:r>
              <a:rPr lang="ar-LY" sz="1600" b="1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و الله ولى التوفيق</a:t>
            </a:r>
            <a:endParaRPr lang="ar-SA" sz="1600" b="1" dirty="0">
              <a:solidFill>
                <a:schemeClr val="bg1"/>
              </a:solidFill>
              <a:latin typeface="Tahoma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209624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616</Words>
  <Application>Microsoft Office PowerPoint</Application>
  <DocSecurity>0</DocSecurity>
  <PresentationFormat>شاشة عريضة</PresentationFormat>
  <Paragraphs>130</Paragraphs>
  <Slides>9</Slides>
  <Notes>9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9</vt:i4>
      </vt:variant>
    </vt:vector>
  </HeadingPairs>
  <TitlesOfParts>
    <vt:vector size="12" baseType="lpstr">
      <vt:lpstr>Calibri</vt:lpstr>
      <vt:lpstr>Tahoma</vt:lpstr>
      <vt:lpstr>ChatGPT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ادريس الهرى</cp:lastModifiedBy>
  <cp:revision>8</cp:revision>
  <dcterms:created xsi:type="dcterms:W3CDTF">2026-09-15T01:22:44Z</dcterms:created>
  <dcterms:modified xsi:type="dcterms:W3CDTF">2026-09-15T07:21:42Z</dcterms:modified>
</cp:coreProperties>
</file>